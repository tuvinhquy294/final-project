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7"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Urbanist" panose="020B0604020202020204" charset="0"/>
      <p:regular r:id="rId11"/>
      <p:bold r:id="rId12"/>
      <p:italic r:id="rId13"/>
      <p:boldItalic r:id="rId14"/>
    </p:embeddedFont>
    <p:embeddedFont>
      <p:font typeface="Urbanist Medium" panose="020B0604020202020204" charset="0"/>
      <p:regular r:id="rId15"/>
      <p:bold r:id="rId16"/>
      <p:italic r:id="rId17"/>
      <p:boldItalic r:id="rId18"/>
    </p:embeddedFont>
    <p:embeddedFont>
      <p:font typeface="Urbanist SemiBold" panose="020B0604020202020204"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115"/>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presProps" Target="presProp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font" Target="fonts/font1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3da12019a5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3da12019a5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da12019a50_0_4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3da12019a50_0_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3da12019a50_0_5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3da12019a50_0_5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3da12019a50_0_5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3da12019a50_0_5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d1b02600d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d1b02600d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d1b02600d0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9" name="Google Shape;499;g3d1b02600d0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d1b02600d0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3d1b02600d0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3d1b02600d0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3d1b02600d0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ALT 1">
  <p:cSld name="BLANK_4">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mt="50000"/>
          </a:blip>
          <a:srcRect l="3134" t="16786" r="7835" b="8145"/>
          <a:stretch/>
        </p:blipFill>
        <p:spPr>
          <a:xfrm rot="10800000" flipH="1">
            <a:off x="0" y="-3474"/>
            <a:ext cx="9161550" cy="5154499"/>
          </a:xfrm>
          <a:prstGeom prst="rect">
            <a:avLst/>
          </a:prstGeom>
          <a:noFill/>
          <a:ln>
            <a:noFill/>
          </a:ln>
        </p:spPr>
      </p:pic>
      <p:sp>
        <p:nvSpPr>
          <p:cNvPr id="11" name="Google Shape;11;p2"/>
          <p:cNvSpPr/>
          <p:nvPr/>
        </p:nvSpPr>
        <p:spPr>
          <a:xfrm rot="10800000" flipH="1">
            <a:off x="0" y="4676700"/>
            <a:ext cx="9149700" cy="466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2" name="Google Shape;12;p2"/>
          <p:cNvSpPr txBox="1">
            <a:spLocks noGrp="1"/>
          </p:cNvSpPr>
          <p:nvPr>
            <p:ph type="subTitle" idx="1"/>
          </p:nvPr>
        </p:nvSpPr>
        <p:spPr>
          <a:xfrm>
            <a:off x="228600" y="1738950"/>
            <a:ext cx="4402800" cy="2520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600"/>
              <a:buFont typeface="Urbanist"/>
              <a:buNone/>
              <a:defRPr>
                <a:solidFill>
                  <a:schemeClr val="dk2"/>
                </a:solidFill>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a:endParaRPr/>
          </a:p>
        </p:txBody>
      </p:sp>
      <p:sp>
        <p:nvSpPr>
          <p:cNvPr id="13" name="Google Shape;13;p2"/>
          <p:cNvSpPr txBox="1">
            <a:spLocks noGrp="1"/>
          </p:cNvSpPr>
          <p:nvPr>
            <p:ph type="subTitle" idx="2"/>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4" name="Google Shape;14;p2"/>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5" name="Google Shape;15;p2"/>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6" name="Google Shape;16;p2"/>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7" name="Google Shape;17;p2"/>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8" name="Google Shape;18;p2"/>
          <p:cNvSpPr txBox="1">
            <a:spLocks noGrp="1"/>
          </p:cNvSpPr>
          <p:nvPr>
            <p:ph type="title"/>
          </p:nvPr>
        </p:nvSpPr>
        <p:spPr>
          <a:xfrm>
            <a:off x="228600" y="228600"/>
            <a:ext cx="6658800" cy="14190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a:endParaRPr/>
          </a:p>
        </p:txBody>
      </p:sp>
      <p:cxnSp>
        <p:nvCxnSpPr>
          <p:cNvPr id="19" name="Google Shape;19;p2"/>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0" name="Google Shape;20;p2"/>
          <p:cNvSpPr txBox="1">
            <a:spLocks noGrp="1"/>
          </p:cNvSpPr>
          <p:nvPr>
            <p:ph type="subTitle" idx="5"/>
          </p:nvPr>
        </p:nvSpPr>
        <p:spPr>
          <a:xfrm>
            <a:off x="297075" y="4175900"/>
            <a:ext cx="1264800" cy="2286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21" name="Google Shape;21;p2"/>
          <p:cNvSpPr txBox="1">
            <a:spLocks noGrp="1"/>
          </p:cNvSpPr>
          <p:nvPr>
            <p:ph type="subTitle" idx="6"/>
          </p:nvPr>
        </p:nvSpPr>
        <p:spPr>
          <a:xfrm>
            <a:off x="1786375" y="4175900"/>
            <a:ext cx="1264800" cy="2286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1200"/>
              <a:buFont typeface="Urbanist"/>
              <a:buNone/>
              <a:defRPr sz="1200"/>
            </a:lvl1pPr>
            <a:lvl2pPr lvl="1"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lgn="ctr">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22" name="Google Shape;22;p2"/>
          <p:cNvSpPr txBox="1">
            <a:spLocks noGrp="1"/>
          </p:cNvSpPr>
          <p:nvPr>
            <p:ph type="subTitle" idx="7"/>
          </p:nvPr>
        </p:nvSpPr>
        <p:spPr>
          <a:xfrm>
            <a:off x="228591" y="3454475"/>
            <a:ext cx="4659600" cy="252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a:buNone/>
              <a:defRPr sz="1200" b="1"/>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a:endParaRPr/>
          </a:p>
        </p:txBody>
      </p:sp>
      <p:sp>
        <p:nvSpPr>
          <p:cNvPr id="23" name="Google Shape;23;p2"/>
          <p:cNvSpPr txBox="1">
            <a:spLocks noGrp="1"/>
          </p:cNvSpPr>
          <p:nvPr>
            <p:ph type="subTitle" idx="8"/>
          </p:nvPr>
        </p:nvSpPr>
        <p:spPr>
          <a:xfrm>
            <a:off x="228591" y="3743050"/>
            <a:ext cx="4659600" cy="252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a:buNone/>
              <a:defRPr sz="1200" b="1"/>
            </a:lvl1pPr>
            <a:lvl2pPr lvl="1">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b="1">
                <a:solidFill>
                  <a:schemeClr val="lt1"/>
                </a:solidFill>
                <a:latin typeface="Urbanist"/>
                <a:ea typeface="Urbanist"/>
                <a:cs typeface="Urbanist"/>
                <a:sym typeface="Urbanist"/>
              </a:defRPr>
            </a:lvl9pPr>
          </a:lstStyle>
          <a:p>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ALT 1">
  <p:cSld name="BLANK_1_1_2">
    <p:spTree>
      <p:nvGrpSpPr>
        <p:cNvPr id="1" name="Shape 24"/>
        <p:cNvGrpSpPr/>
        <p:nvPr/>
      </p:nvGrpSpPr>
      <p:grpSpPr>
        <a:xfrm>
          <a:off x="0" y="0"/>
          <a:ext cx="0" cy="0"/>
          <a:chOff x="0" y="0"/>
          <a:chExt cx="0" cy="0"/>
        </a:xfrm>
      </p:grpSpPr>
      <p:sp>
        <p:nvSpPr>
          <p:cNvPr id="25" name="Google Shape;25;p3"/>
          <p:cNvSpPr txBox="1">
            <a:spLocks noGrp="1"/>
          </p:cNvSpPr>
          <p:nvPr>
            <p:ph type="title"/>
          </p:nvPr>
        </p:nvSpPr>
        <p:spPr>
          <a:xfrm>
            <a:off x="228600" y="395043"/>
            <a:ext cx="6480300" cy="587700"/>
          </a:xfrm>
          <a:prstGeom prst="rect">
            <a:avLst/>
          </a:prstGeom>
        </p:spPr>
        <p:txBody>
          <a:bodyPr spcFirstLastPara="1" wrap="square" lIns="0" tIns="0" rIns="91425" bIns="91425" anchor="t" anchorCtr="0">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a:endParaRPr/>
          </a:p>
        </p:txBody>
      </p:sp>
      <p:sp>
        <p:nvSpPr>
          <p:cNvPr id="26" name="Google Shape;26;p3"/>
          <p:cNvSpPr txBox="1">
            <a:spLocks noGrp="1"/>
          </p:cNvSpPr>
          <p:nvPr>
            <p:ph type="body" idx="1"/>
          </p:nvPr>
        </p:nvSpPr>
        <p:spPr>
          <a:xfrm>
            <a:off x="228600" y="1743625"/>
            <a:ext cx="4296600" cy="2709000"/>
          </a:xfrm>
          <a:prstGeom prst="rect">
            <a:avLst/>
          </a:prstGeom>
        </p:spPr>
        <p:txBody>
          <a:bodyPr spcFirstLastPara="1" wrap="square" lIns="0" tIns="91425" rIns="91425" bIns="91425" anchor="b" anchorCtr="0">
            <a:no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27" name="Google Shape;27;p3"/>
          <p:cNvSpPr txBox="1">
            <a:spLocks noGrp="1"/>
          </p:cNvSpPr>
          <p:nvPr>
            <p:ph type="subTitle" idx="2"/>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8" name="Google Shape;28;p3"/>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9" name="Google Shape;29;p3"/>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0" name="Google Shape;30;p3"/>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Urbanist"/>
              <a:ea typeface="Urbanist"/>
              <a:cs typeface="Urbanist"/>
              <a:sym typeface="Urbanist"/>
            </a:endParaRPr>
          </a:p>
        </p:txBody>
      </p:sp>
      <p:sp>
        <p:nvSpPr>
          <p:cNvPr id="31" name="Google Shape;31;p3"/>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Urbanist"/>
              <a:ea typeface="Urbanist"/>
              <a:cs typeface="Urbanist"/>
              <a:sym typeface="Urbanist"/>
            </a:endParaRPr>
          </a:p>
        </p:txBody>
      </p:sp>
      <p:cxnSp>
        <p:nvCxnSpPr>
          <p:cNvPr id="32" name="Google Shape;32;p3"/>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ur values">
  <p:cSld name="BLANK_1_1_1_1">
    <p:spTree>
      <p:nvGrpSpPr>
        <p:cNvPr id="1" name="Shape 33"/>
        <p:cNvGrpSpPr/>
        <p:nvPr/>
      </p:nvGrpSpPr>
      <p:grpSpPr>
        <a:xfrm>
          <a:off x="0" y="0"/>
          <a:ext cx="0" cy="0"/>
          <a:chOff x="0" y="0"/>
          <a:chExt cx="0" cy="0"/>
        </a:xfrm>
      </p:grpSpPr>
      <p:sp>
        <p:nvSpPr>
          <p:cNvPr id="34" name="Google Shape;34;p4"/>
          <p:cNvSpPr txBox="1">
            <a:spLocks noGrp="1"/>
          </p:cNvSpPr>
          <p:nvPr>
            <p:ph type="subTitle" idx="1"/>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a:endParaRPr/>
          </a:p>
        </p:txBody>
      </p:sp>
      <p:sp>
        <p:nvSpPr>
          <p:cNvPr id="35" name="Google Shape;35;p4"/>
          <p:cNvSpPr txBox="1">
            <a:spLocks noGrp="1"/>
          </p:cNvSpPr>
          <p:nvPr>
            <p:ph type="title"/>
          </p:nvPr>
        </p:nvSpPr>
        <p:spPr>
          <a:xfrm>
            <a:off x="228600" y="613525"/>
            <a:ext cx="7223400" cy="4221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2400">
                <a:solidFill>
                  <a:schemeClr val="dk2"/>
                </a:solidFill>
              </a:defRPr>
            </a:lvl1pPr>
            <a:lvl2pPr lvl="1">
              <a:lnSpc>
                <a:spcPct val="85000"/>
              </a:lnSpc>
              <a:spcBef>
                <a:spcPts val="0"/>
              </a:spcBef>
              <a:spcAft>
                <a:spcPts val="0"/>
              </a:spcAft>
              <a:buNone/>
              <a:defRPr sz="2400">
                <a:solidFill>
                  <a:schemeClr val="dk2"/>
                </a:solidFill>
              </a:defRPr>
            </a:lvl2pPr>
            <a:lvl3pPr lvl="2">
              <a:lnSpc>
                <a:spcPct val="85000"/>
              </a:lnSpc>
              <a:spcBef>
                <a:spcPts val="0"/>
              </a:spcBef>
              <a:spcAft>
                <a:spcPts val="0"/>
              </a:spcAft>
              <a:buNone/>
              <a:defRPr sz="2400">
                <a:solidFill>
                  <a:schemeClr val="dk2"/>
                </a:solidFill>
              </a:defRPr>
            </a:lvl3pPr>
            <a:lvl4pPr lvl="3">
              <a:lnSpc>
                <a:spcPct val="85000"/>
              </a:lnSpc>
              <a:spcBef>
                <a:spcPts val="0"/>
              </a:spcBef>
              <a:spcAft>
                <a:spcPts val="0"/>
              </a:spcAft>
              <a:buNone/>
              <a:defRPr sz="2400">
                <a:solidFill>
                  <a:schemeClr val="dk2"/>
                </a:solidFill>
              </a:defRPr>
            </a:lvl4pPr>
            <a:lvl5pPr lvl="4">
              <a:lnSpc>
                <a:spcPct val="85000"/>
              </a:lnSpc>
              <a:spcBef>
                <a:spcPts val="0"/>
              </a:spcBef>
              <a:spcAft>
                <a:spcPts val="0"/>
              </a:spcAft>
              <a:buNone/>
              <a:defRPr sz="2400">
                <a:solidFill>
                  <a:schemeClr val="dk2"/>
                </a:solidFill>
              </a:defRPr>
            </a:lvl5pPr>
            <a:lvl6pPr lvl="5">
              <a:lnSpc>
                <a:spcPct val="85000"/>
              </a:lnSpc>
              <a:spcBef>
                <a:spcPts val="0"/>
              </a:spcBef>
              <a:spcAft>
                <a:spcPts val="0"/>
              </a:spcAft>
              <a:buNone/>
              <a:defRPr sz="2400">
                <a:solidFill>
                  <a:schemeClr val="dk2"/>
                </a:solidFill>
              </a:defRPr>
            </a:lvl6pPr>
            <a:lvl7pPr lvl="6">
              <a:lnSpc>
                <a:spcPct val="85000"/>
              </a:lnSpc>
              <a:spcBef>
                <a:spcPts val="0"/>
              </a:spcBef>
              <a:spcAft>
                <a:spcPts val="0"/>
              </a:spcAft>
              <a:buNone/>
              <a:defRPr sz="2400">
                <a:solidFill>
                  <a:schemeClr val="dk2"/>
                </a:solidFill>
              </a:defRPr>
            </a:lvl7pPr>
            <a:lvl8pPr lvl="7">
              <a:lnSpc>
                <a:spcPct val="85000"/>
              </a:lnSpc>
              <a:spcBef>
                <a:spcPts val="0"/>
              </a:spcBef>
              <a:spcAft>
                <a:spcPts val="0"/>
              </a:spcAft>
              <a:buNone/>
              <a:defRPr sz="2400">
                <a:solidFill>
                  <a:schemeClr val="dk2"/>
                </a:solidFill>
              </a:defRPr>
            </a:lvl8pPr>
            <a:lvl9pPr lvl="8">
              <a:lnSpc>
                <a:spcPct val="85000"/>
              </a:lnSpc>
              <a:spcBef>
                <a:spcPts val="0"/>
              </a:spcBef>
              <a:spcAft>
                <a:spcPts val="0"/>
              </a:spcAft>
              <a:buNone/>
              <a:defRPr sz="2400">
                <a:solidFill>
                  <a:schemeClr val="dk2"/>
                </a:solidFill>
              </a:defRPr>
            </a:lvl9pPr>
          </a:lstStyle>
          <a:p>
            <a:endParaRPr/>
          </a:p>
        </p:txBody>
      </p:sp>
      <p:sp>
        <p:nvSpPr>
          <p:cNvPr id="36" name="Google Shape;36;p4"/>
          <p:cNvSpPr txBox="1">
            <a:spLocks noGrp="1"/>
          </p:cNvSpPr>
          <p:nvPr>
            <p:ph type="subTitle" idx="2"/>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7" name="Google Shape;37;p4"/>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8" name="Google Shape;38;p4"/>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9" name="Google Shape;39;p4"/>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40" name="Google Shape;40;p4"/>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cxnSp>
        <p:nvCxnSpPr>
          <p:cNvPr id="41" name="Google Shape;41;p4"/>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42" name="Google Shape;42;p4"/>
          <p:cNvSpPr txBox="1">
            <a:spLocks noGrp="1"/>
          </p:cNvSpPr>
          <p:nvPr>
            <p:ph type="subTitle" idx="5"/>
          </p:nvPr>
        </p:nvSpPr>
        <p:spPr>
          <a:xfrm>
            <a:off x="254625" y="1638300"/>
            <a:ext cx="1128900" cy="11883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a:endParaRPr/>
          </a:p>
        </p:txBody>
      </p:sp>
      <p:sp>
        <p:nvSpPr>
          <p:cNvPr id="43" name="Google Shape;43;p4"/>
          <p:cNvSpPr txBox="1">
            <a:spLocks noGrp="1"/>
          </p:cNvSpPr>
          <p:nvPr>
            <p:ph type="subTitle" idx="6"/>
          </p:nvPr>
        </p:nvSpPr>
        <p:spPr>
          <a:xfrm>
            <a:off x="3275850" y="1638300"/>
            <a:ext cx="1128900" cy="11883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a:endParaRPr/>
          </a:p>
        </p:txBody>
      </p:sp>
      <p:sp>
        <p:nvSpPr>
          <p:cNvPr id="44" name="Google Shape;44;p4"/>
          <p:cNvSpPr txBox="1">
            <a:spLocks noGrp="1"/>
          </p:cNvSpPr>
          <p:nvPr>
            <p:ph type="subTitle" idx="7"/>
          </p:nvPr>
        </p:nvSpPr>
        <p:spPr>
          <a:xfrm>
            <a:off x="6215463" y="1638300"/>
            <a:ext cx="1128900" cy="11883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4800"/>
              <a:buFont typeface="Urbanist"/>
              <a:buNone/>
              <a:defRPr sz="4800">
                <a:solidFill>
                  <a:schemeClr val="accent3"/>
                </a:solidFill>
              </a:defRPr>
            </a:lvl1pPr>
            <a:lvl2pPr lvl="1">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2pPr>
            <a:lvl3pPr lvl="2">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3pPr>
            <a:lvl4pPr lvl="3">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4pPr>
            <a:lvl5pPr lvl="4">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5pPr>
            <a:lvl6pPr lvl="5">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6pPr>
            <a:lvl7pPr lvl="6">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7pPr>
            <a:lvl8pPr lvl="7">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8pPr>
            <a:lvl9pPr lvl="8">
              <a:spcBef>
                <a:spcPts val="0"/>
              </a:spcBef>
              <a:spcAft>
                <a:spcPts val="0"/>
              </a:spcAft>
              <a:buClr>
                <a:schemeClr val="accent3"/>
              </a:buClr>
              <a:buSzPts val="4800"/>
              <a:buFont typeface="Urbanist"/>
              <a:buNone/>
              <a:defRPr sz="4800">
                <a:solidFill>
                  <a:schemeClr val="accent3"/>
                </a:solidFill>
                <a:latin typeface="Urbanist"/>
                <a:ea typeface="Urbanist"/>
                <a:cs typeface="Urbanist"/>
                <a:sym typeface="Urbanist"/>
              </a:defRPr>
            </a:lvl9pPr>
          </a:lstStyle>
          <a:p>
            <a:endParaRPr/>
          </a:p>
        </p:txBody>
      </p:sp>
      <p:sp>
        <p:nvSpPr>
          <p:cNvPr id="45" name="Google Shape;45;p4"/>
          <p:cNvSpPr txBox="1">
            <a:spLocks noGrp="1"/>
          </p:cNvSpPr>
          <p:nvPr>
            <p:ph type="body" idx="8"/>
          </p:nvPr>
        </p:nvSpPr>
        <p:spPr>
          <a:xfrm>
            <a:off x="288575" y="3386400"/>
            <a:ext cx="2665200" cy="1188300"/>
          </a:xfrm>
          <a:prstGeom prst="rect">
            <a:avLst/>
          </a:prstGeom>
        </p:spPr>
        <p:txBody>
          <a:bodyPr spcFirstLastPara="1" wrap="square" lIns="0" tIns="0" rIns="91425" bIns="91425" anchor="b" anchorCtr="0">
            <a:noAutofit/>
          </a:bodyPr>
          <a:lstStyle>
            <a:lvl1pPr marL="457200" lvl="0" indent="-304800">
              <a:spcBef>
                <a:spcPts val="0"/>
              </a:spcBef>
              <a:spcAft>
                <a:spcPts val="0"/>
              </a:spcAft>
              <a:buClr>
                <a:schemeClr val="lt1"/>
              </a:buClr>
              <a:buSzPts val="1200"/>
              <a:buFont typeface="Urbanist"/>
              <a:buChar char="●"/>
              <a:defRPr/>
            </a:lvl1pPr>
            <a:lvl2pPr marL="914400" lvl="1" indent="-304800">
              <a:spcBef>
                <a:spcPts val="0"/>
              </a:spcBef>
              <a:spcAft>
                <a:spcPts val="0"/>
              </a:spcAft>
              <a:buClr>
                <a:schemeClr val="lt1"/>
              </a:buClr>
              <a:buSzPts val="1200"/>
              <a:buFont typeface="Urbanist"/>
              <a:buChar char="○"/>
              <a:defRPr/>
            </a:lvl2pPr>
            <a:lvl3pPr marL="1371600" lvl="2" indent="-304800">
              <a:spcBef>
                <a:spcPts val="0"/>
              </a:spcBef>
              <a:spcAft>
                <a:spcPts val="0"/>
              </a:spcAft>
              <a:buClr>
                <a:schemeClr val="lt1"/>
              </a:buClr>
              <a:buSzPts val="1200"/>
              <a:buFont typeface="Urbanist"/>
              <a:buChar char="■"/>
              <a:defRPr/>
            </a:lvl3pPr>
            <a:lvl4pPr marL="1828800" lvl="3" indent="-304800">
              <a:spcBef>
                <a:spcPts val="0"/>
              </a:spcBef>
              <a:spcAft>
                <a:spcPts val="0"/>
              </a:spcAft>
              <a:buClr>
                <a:schemeClr val="lt1"/>
              </a:buClr>
              <a:buSzPts val="1200"/>
              <a:buFont typeface="Urbanist"/>
              <a:buChar char="●"/>
              <a:defRPr/>
            </a:lvl4pPr>
            <a:lvl5pPr marL="2286000" lvl="4" indent="-304800">
              <a:spcBef>
                <a:spcPts val="0"/>
              </a:spcBef>
              <a:spcAft>
                <a:spcPts val="0"/>
              </a:spcAft>
              <a:buClr>
                <a:schemeClr val="lt1"/>
              </a:buClr>
              <a:buSzPts val="1200"/>
              <a:buFont typeface="Urbanist"/>
              <a:buChar char="○"/>
              <a:defRPr/>
            </a:lvl5pPr>
            <a:lvl6pPr marL="2743200" lvl="5" indent="-304800">
              <a:spcBef>
                <a:spcPts val="0"/>
              </a:spcBef>
              <a:spcAft>
                <a:spcPts val="0"/>
              </a:spcAft>
              <a:buClr>
                <a:schemeClr val="lt1"/>
              </a:buClr>
              <a:buSzPts val="1200"/>
              <a:buFont typeface="Urbanist"/>
              <a:buChar char="■"/>
              <a:defRPr/>
            </a:lvl6pPr>
            <a:lvl7pPr marL="3200400" lvl="6" indent="-304800">
              <a:spcBef>
                <a:spcPts val="0"/>
              </a:spcBef>
              <a:spcAft>
                <a:spcPts val="0"/>
              </a:spcAft>
              <a:buClr>
                <a:schemeClr val="lt1"/>
              </a:buClr>
              <a:buSzPts val="1200"/>
              <a:buFont typeface="Urbanist"/>
              <a:buChar char="●"/>
              <a:defRPr/>
            </a:lvl7pPr>
            <a:lvl8pPr marL="3657600" lvl="7" indent="-304800">
              <a:spcBef>
                <a:spcPts val="0"/>
              </a:spcBef>
              <a:spcAft>
                <a:spcPts val="0"/>
              </a:spcAft>
              <a:buClr>
                <a:schemeClr val="lt1"/>
              </a:buClr>
              <a:buSzPts val="1200"/>
              <a:buFont typeface="Urbanist"/>
              <a:buChar char="○"/>
              <a:defRPr/>
            </a:lvl8pPr>
            <a:lvl9pPr marL="4114800" lvl="8" indent="-304800">
              <a:spcBef>
                <a:spcPts val="0"/>
              </a:spcBef>
              <a:spcAft>
                <a:spcPts val="0"/>
              </a:spcAft>
              <a:buClr>
                <a:schemeClr val="lt1"/>
              </a:buClr>
              <a:buSzPts val="1200"/>
              <a:buFont typeface="Urbanist"/>
              <a:buChar char="■"/>
              <a:defRPr/>
            </a:lvl9pPr>
          </a:lstStyle>
          <a:p>
            <a:endParaRPr/>
          </a:p>
        </p:txBody>
      </p:sp>
      <p:sp>
        <p:nvSpPr>
          <p:cNvPr id="46" name="Google Shape;46;p4"/>
          <p:cNvSpPr txBox="1">
            <a:spLocks noGrp="1"/>
          </p:cNvSpPr>
          <p:nvPr>
            <p:ph type="body" idx="9"/>
          </p:nvPr>
        </p:nvSpPr>
        <p:spPr>
          <a:xfrm>
            <a:off x="6121413" y="3386400"/>
            <a:ext cx="2665200" cy="1188300"/>
          </a:xfrm>
          <a:prstGeom prst="rect">
            <a:avLst/>
          </a:prstGeom>
        </p:spPr>
        <p:txBody>
          <a:bodyPr spcFirstLastPara="1" wrap="square" lIns="0" tIns="0" rIns="91425" bIns="91425" anchor="b" anchorCtr="0">
            <a:noAutofit/>
          </a:bodyPr>
          <a:lstStyle>
            <a:lvl1pPr marL="457200" lvl="0" indent="-304800">
              <a:spcBef>
                <a:spcPts val="0"/>
              </a:spcBef>
              <a:spcAft>
                <a:spcPts val="0"/>
              </a:spcAft>
              <a:buClr>
                <a:schemeClr val="lt1"/>
              </a:buClr>
              <a:buSzPts val="1200"/>
              <a:buFont typeface="Urbanist"/>
              <a:buChar char="●"/>
              <a:defRPr/>
            </a:lvl1pPr>
            <a:lvl2pPr marL="914400" lvl="1" indent="-304800">
              <a:spcBef>
                <a:spcPts val="0"/>
              </a:spcBef>
              <a:spcAft>
                <a:spcPts val="0"/>
              </a:spcAft>
              <a:buClr>
                <a:schemeClr val="lt1"/>
              </a:buClr>
              <a:buSzPts val="1200"/>
              <a:buFont typeface="Urbanist"/>
              <a:buChar char="○"/>
              <a:defRPr/>
            </a:lvl2pPr>
            <a:lvl3pPr marL="1371600" lvl="2" indent="-304800">
              <a:spcBef>
                <a:spcPts val="0"/>
              </a:spcBef>
              <a:spcAft>
                <a:spcPts val="0"/>
              </a:spcAft>
              <a:buClr>
                <a:schemeClr val="lt1"/>
              </a:buClr>
              <a:buSzPts val="1200"/>
              <a:buFont typeface="Urbanist"/>
              <a:buChar char="■"/>
              <a:defRPr/>
            </a:lvl3pPr>
            <a:lvl4pPr marL="1828800" lvl="3" indent="-304800">
              <a:spcBef>
                <a:spcPts val="0"/>
              </a:spcBef>
              <a:spcAft>
                <a:spcPts val="0"/>
              </a:spcAft>
              <a:buClr>
                <a:schemeClr val="lt1"/>
              </a:buClr>
              <a:buSzPts val="1200"/>
              <a:buFont typeface="Urbanist"/>
              <a:buChar char="●"/>
              <a:defRPr/>
            </a:lvl4pPr>
            <a:lvl5pPr marL="2286000" lvl="4" indent="-304800">
              <a:spcBef>
                <a:spcPts val="0"/>
              </a:spcBef>
              <a:spcAft>
                <a:spcPts val="0"/>
              </a:spcAft>
              <a:buClr>
                <a:schemeClr val="lt1"/>
              </a:buClr>
              <a:buSzPts val="1200"/>
              <a:buFont typeface="Urbanist"/>
              <a:buChar char="○"/>
              <a:defRPr/>
            </a:lvl5pPr>
            <a:lvl6pPr marL="2743200" lvl="5" indent="-304800">
              <a:spcBef>
                <a:spcPts val="0"/>
              </a:spcBef>
              <a:spcAft>
                <a:spcPts val="0"/>
              </a:spcAft>
              <a:buClr>
                <a:schemeClr val="lt1"/>
              </a:buClr>
              <a:buSzPts val="1200"/>
              <a:buFont typeface="Urbanist"/>
              <a:buChar char="■"/>
              <a:defRPr/>
            </a:lvl6pPr>
            <a:lvl7pPr marL="3200400" lvl="6" indent="-304800">
              <a:spcBef>
                <a:spcPts val="0"/>
              </a:spcBef>
              <a:spcAft>
                <a:spcPts val="0"/>
              </a:spcAft>
              <a:buClr>
                <a:schemeClr val="lt1"/>
              </a:buClr>
              <a:buSzPts val="1200"/>
              <a:buFont typeface="Urbanist"/>
              <a:buChar char="●"/>
              <a:defRPr/>
            </a:lvl7pPr>
            <a:lvl8pPr marL="3657600" lvl="7" indent="-304800">
              <a:spcBef>
                <a:spcPts val="0"/>
              </a:spcBef>
              <a:spcAft>
                <a:spcPts val="0"/>
              </a:spcAft>
              <a:buClr>
                <a:schemeClr val="lt1"/>
              </a:buClr>
              <a:buSzPts val="1200"/>
              <a:buFont typeface="Urbanist"/>
              <a:buChar char="○"/>
              <a:defRPr/>
            </a:lvl8pPr>
            <a:lvl9pPr marL="4114800" lvl="8" indent="-304800">
              <a:spcBef>
                <a:spcPts val="0"/>
              </a:spcBef>
              <a:spcAft>
                <a:spcPts val="0"/>
              </a:spcAft>
              <a:buClr>
                <a:schemeClr val="lt1"/>
              </a:buClr>
              <a:buSzPts val="1200"/>
              <a:buFont typeface="Urbanist"/>
              <a:buChar char="■"/>
              <a:defRPr/>
            </a:lvl9pPr>
          </a:lstStyle>
          <a:p>
            <a:endParaRPr/>
          </a:p>
        </p:txBody>
      </p:sp>
      <p:sp>
        <p:nvSpPr>
          <p:cNvPr id="47" name="Google Shape;47;p4"/>
          <p:cNvSpPr txBox="1">
            <a:spLocks noGrp="1"/>
          </p:cNvSpPr>
          <p:nvPr>
            <p:ph type="body" idx="13"/>
          </p:nvPr>
        </p:nvSpPr>
        <p:spPr>
          <a:xfrm>
            <a:off x="3192450" y="3386400"/>
            <a:ext cx="2665200" cy="1188300"/>
          </a:xfrm>
          <a:prstGeom prst="rect">
            <a:avLst/>
          </a:prstGeom>
        </p:spPr>
        <p:txBody>
          <a:bodyPr spcFirstLastPara="1" wrap="square" lIns="0" tIns="0" rIns="91425" bIns="91425" anchor="b" anchorCtr="0">
            <a:noAutofit/>
          </a:bodyPr>
          <a:lstStyle>
            <a:lvl1pPr marL="457200" lvl="0" indent="-304800">
              <a:spcBef>
                <a:spcPts val="0"/>
              </a:spcBef>
              <a:spcAft>
                <a:spcPts val="0"/>
              </a:spcAft>
              <a:buClr>
                <a:schemeClr val="lt1"/>
              </a:buClr>
              <a:buSzPts val="1200"/>
              <a:buFont typeface="Urbanist"/>
              <a:buChar char="●"/>
              <a:defRPr/>
            </a:lvl1pPr>
            <a:lvl2pPr marL="914400" lvl="1" indent="-304800">
              <a:spcBef>
                <a:spcPts val="0"/>
              </a:spcBef>
              <a:spcAft>
                <a:spcPts val="0"/>
              </a:spcAft>
              <a:buClr>
                <a:schemeClr val="lt1"/>
              </a:buClr>
              <a:buSzPts val="1200"/>
              <a:buFont typeface="Urbanist"/>
              <a:buChar char="○"/>
              <a:defRPr/>
            </a:lvl2pPr>
            <a:lvl3pPr marL="1371600" lvl="2" indent="-304800">
              <a:spcBef>
                <a:spcPts val="0"/>
              </a:spcBef>
              <a:spcAft>
                <a:spcPts val="0"/>
              </a:spcAft>
              <a:buClr>
                <a:schemeClr val="lt1"/>
              </a:buClr>
              <a:buSzPts val="1200"/>
              <a:buFont typeface="Urbanist"/>
              <a:buChar char="■"/>
              <a:defRPr/>
            </a:lvl3pPr>
            <a:lvl4pPr marL="1828800" lvl="3" indent="-304800">
              <a:spcBef>
                <a:spcPts val="0"/>
              </a:spcBef>
              <a:spcAft>
                <a:spcPts val="0"/>
              </a:spcAft>
              <a:buClr>
                <a:schemeClr val="lt1"/>
              </a:buClr>
              <a:buSzPts val="1200"/>
              <a:buFont typeface="Urbanist"/>
              <a:buChar char="●"/>
              <a:defRPr/>
            </a:lvl4pPr>
            <a:lvl5pPr marL="2286000" lvl="4" indent="-304800">
              <a:spcBef>
                <a:spcPts val="0"/>
              </a:spcBef>
              <a:spcAft>
                <a:spcPts val="0"/>
              </a:spcAft>
              <a:buClr>
                <a:schemeClr val="lt1"/>
              </a:buClr>
              <a:buSzPts val="1200"/>
              <a:buFont typeface="Urbanist"/>
              <a:buChar char="○"/>
              <a:defRPr/>
            </a:lvl5pPr>
            <a:lvl6pPr marL="2743200" lvl="5" indent="-304800">
              <a:spcBef>
                <a:spcPts val="0"/>
              </a:spcBef>
              <a:spcAft>
                <a:spcPts val="0"/>
              </a:spcAft>
              <a:buClr>
                <a:schemeClr val="lt1"/>
              </a:buClr>
              <a:buSzPts val="1200"/>
              <a:buFont typeface="Urbanist"/>
              <a:buChar char="■"/>
              <a:defRPr/>
            </a:lvl6pPr>
            <a:lvl7pPr marL="3200400" lvl="6" indent="-304800">
              <a:spcBef>
                <a:spcPts val="0"/>
              </a:spcBef>
              <a:spcAft>
                <a:spcPts val="0"/>
              </a:spcAft>
              <a:buClr>
                <a:schemeClr val="lt1"/>
              </a:buClr>
              <a:buSzPts val="1200"/>
              <a:buFont typeface="Urbanist"/>
              <a:buChar char="●"/>
              <a:defRPr/>
            </a:lvl7pPr>
            <a:lvl8pPr marL="3657600" lvl="7" indent="-304800">
              <a:spcBef>
                <a:spcPts val="0"/>
              </a:spcBef>
              <a:spcAft>
                <a:spcPts val="0"/>
              </a:spcAft>
              <a:buClr>
                <a:schemeClr val="lt1"/>
              </a:buClr>
              <a:buSzPts val="1200"/>
              <a:buFont typeface="Urbanist"/>
              <a:buChar char="○"/>
              <a:defRPr/>
            </a:lvl8pPr>
            <a:lvl9pPr marL="4114800" lvl="8" indent="-304800">
              <a:spcBef>
                <a:spcPts val="0"/>
              </a:spcBef>
              <a:spcAft>
                <a:spcPts val="0"/>
              </a:spcAft>
              <a:buClr>
                <a:schemeClr val="lt1"/>
              </a:buClr>
              <a:buSzPts val="1200"/>
              <a:buFont typeface="Urbanist"/>
              <a:buChar char="■"/>
              <a:defRPr/>
            </a:lvl9pPr>
          </a:lstStyle>
          <a:p>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and image ALT 2">
  <p:cSld name="CUSTOM_3">
    <p:spTree>
      <p:nvGrpSpPr>
        <p:cNvPr id="1" name="Shape 48"/>
        <p:cNvGrpSpPr/>
        <p:nvPr/>
      </p:nvGrpSpPr>
      <p:grpSpPr>
        <a:xfrm>
          <a:off x="0" y="0"/>
          <a:ext cx="0" cy="0"/>
          <a:chOff x="0" y="0"/>
          <a:chExt cx="0" cy="0"/>
        </a:xfrm>
      </p:grpSpPr>
      <p:sp>
        <p:nvSpPr>
          <p:cNvPr id="49" name="Google Shape;49;p5"/>
          <p:cNvSpPr>
            <a:spLocks noGrp="1"/>
          </p:cNvSpPr>
          <p:nvPr>
            <p:ph type="pic" idx="2"/>
          </p:nvPr>
        </p:nvSpPr>
        <p:spPr>
          <a:xfrm>
            <a:off x="246150" y="237650"/>
            <a:ext cx="4196400" cy="4438200"/>
          </a:xfrm>
          <a:prstGeom prst="rect">
            <a:avLst/>
          </a:prstGeom>
          <a:noFill/>
          <a:ln>
            <a:noFill/>
          </a:ln>
        </p:spPr>
      </p:sp>
      <p:sp>
        <p:nvSpPr>
          <p:cNvPr id="50" name="Google Shape;50;p5"/>
          <p:cNvSpPr txBox="1">
            <a:spLocks noGrp="1"/>
          </p:cNvSpPr>
          <p:nvPr>
            <p:ph type="title"/>
          </p:nvPr>
        </p:nvSpPr>
        <p:spPr>
          <a:xfrm>
            <a:off x="4591800" y="304700"/>
            <a:ext cx="3861900" cy="192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a:endParaRPr/>
          </a:p>
        </p:txBody>
      </p:sp>
      <p:sp>
        <p:nvSpPr>
          <p:cNvPr id="51" name="Google Shape;51;p5"/>
          <p:cNvSpPr txBox="1">
            <a:spLocks noGrp="1"/>
          </p:cNvSpPr>
          <p:nvPr>
            <p:ph type="title" idx="3"/>
          </p:nvPr>
        </p:nvSpPr>
        <p:spPr>
          <a:xfrm>
            <a:off x="4591800" y="738425"/>
            <a:ext cx="4290000" cy="20514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800"/>
              <a:buNone/>
              <a:defRPr sz="3400"/>
            </a:lvl1pPr>
            <a:lvl2pPr lvl="1">
              <a:spcBef>
                <a:spcPts val="0"/>
              </a:spcBef>
              <a:spcAft>
                <a:spcPts val="0"/>
              </a:spcAft>
              <a:buClr>
                <a:schemeClr val="lt1"/>
              </a:buClr>
              <a:buSzPts val="3000"/>
              <a:buNone/>
              <a:defRPr/>
            </a:lvl2pPr>
            <a:lvl3pPr lvl="2">
              <a:spcBef>
                <a:spcPts val="0"/>
              </a:spcBef>
              <a:spcAft>
                <a:spcPts val="0"/>
              </a:spcAft>
              <a:buClr>
                <a:schemeClr val="lt1"/>
              </a:buClr>
              <a:buSzPts val="3000"/>
              <a:buNone/>
              <a:defRPr/>
            </a:lvl3pPr>
            <a:lvl4pPr lvl="3">
              <a:spcBef>
                <a:spcPts val="0"/>
              </a:spcBef>
              <a:spcAft>
                <a:spcPts val="0"/>
              </a:spcAft>
              <a:buClr>
                <a:schemeClr val="lt1"/>
              </a:buClr>
              <a:buSzPts val="3000"/>
              <a:buNone/>
              <a:defRPr/>
            </a:lvl4pPr>
            <a:lvl5pPr lvl="4">
              <a:spcBef>
                <a:spcPts val="0"/>
              </a:spcBef>
              <a:spcAft>
                <a:spcPts val="0"/>
              </a:spcAft>
              <a:buClr>
                <a:schemeClr val="lt1"/>
              </a:buClr>
              <a:buSzPts val="3000"/>
              <a:buNone/>
              <a:defRPr/>
            </a:lvl5pPr>
            <a:lvl6pPr lvl="5">
              <a:spcBef>
                <a:spcPts val="0"/>
              </a:spcBef>
              <a:spcAft>
                <a:spcPts val="0"/>
              </a:spcAft>
              <a:buClr>
                <a:schemeClr val="lt1"/>
              </a:buClr>
              <a:buSzPts val="3000"/>
              <a:buNone/>
              <a:defRPr/>
            </a:lvl6pPr>
            <a:lvl7pPr lvl="6">
              <a:spcBef>
                <a:spcPts val="0"/>
              </a:spcBef>
              <a:spcAft>
                <a:spcPts val="0"/>
              </a:spcAft>
              <a:buClr>
                <a:schemeClr val="lt1"/>
              </a:buClr>
              <a:buSzPts val="3000"/>
              <a:buNone/>
              <a:defRPr/>
            </a:lvl7pPr>
            <a:lvl8pPr lvl="7">
              <a:spcBef>
                <a:spcPts val="0"/>
              </a:spcBef>
              <a:spcAft>
                <a:spcPts val="0"/>
              </a:spcAft>
              <a:buClr>
                <a:schemeClr val="lt1"/>
              </a:buClr>
              <a:buSzPts val="3000"/>
              <a:buNone/>
              <a:defRPr/>
            </a:lvl8pPr>
            <a:lvl9pPr lvl="8">
              <a:spcBef>
                <a:spcPts val="0"/>
              </a:spcBef>
              <a:spcAft>
                <a:spcPts val="0"/>
              </a:spcAft>
              <a:buClr>
                <a:schemeClr val="lt1"/>
              </a:buClr>
              <a:buSzPts val="3000"/>
              <a:buNone/>
              <a:defRPr/>
            </a:lvl9pPr>
          </a:lstStyle>
          <a:p>
            <a:endParaRPr/>
          </a:p>
        </p:txBody>
      </p:sp>
      <p:sp>
        <p:nvSpPr>
          <p:cNvPr id="52" name="Google Shape;52;p5"/>
          <p:cNvSpPr txBox="1">
            <a:spLocks noGrp="1"/>
          </p:cNvSpPr>
          <p:nvPr>
            <p:ph type="body" idx="1"/>
          </p:nvPr>
        </p:nvSpPr>
        <p:spPr>
          <a:xfrm>
            <a:off x="4618950" y="2205375"/>
            <a:ext cx="4290000" cy="1629600"/>
          </a:xfrm>
          <a:prstGeom prst="rect">
            <a:avLst/>
          </a:prstGeom>
        </p:spPr>
        <p:txBody>
          <a:bodyPr spcFirstLastPara="1" wrap="square" lIns="0" tIns="0" rIns="91425" bIns="91425" anchor="b" anchorCtr="0">
            <a:noAutofit/>
          </a:bodyPr>
          <a:lstStyle>
            <a:lvl1pPr marL="457200" lvl="0" indent="-304800">
              <a:spcBef>
                <a:spcPts val="0"/>
              </a:spcBef>
              <a:spcAft>
                <a:spcPts val="0"/>
              </a:spcAft>
              <a:buClr>
                <a:schemeClr val="lt1"/>
              </a:buClr>
              <a:buSzPts val="1200"/>
              <a:buFont typeface="Urbanist"/>
              <a:buChar char="●"/>
              <a:defRPr/>
            </a:lvl1pPr>
            <a:lvl2pPr marL="914400" lvl="1" indent="-304800">
              <a:spcBef>
                <a:spcPts val="0"/>
              </a:spcBef>
              <a:spcAft>
                <a:spcPts val="0"/>
              </a:spcAft>
              <a:buClr>
                <a:schemeClr val="lt1"/>
              </a:buClr>
              <a:buSzPts val="1200"/>
              <a:buFont typeface="Urbanist"/>
              <a:buChar char="○"/>
              <a:defRPr/>
            </a:lvl2pPr>
            <a:lvl3pPr marL="1371600" lvl="2" indent="-304800">
              <a:spcBef>
                <a:spcPts val="0"/>
              </a:spcBef>
              <a:spcAft>
                <a:spcPts val="0"/>
              </a:spcAft>
              <a:buClr>
                <a:schemeClr val="lt1"/>
              </a:buClr>
              <a:buSzPts val="1200"/>
              <a:buFont typeface="Urbanist"/>
              <a:buChar char="■"/>
              <a:defRPr/>
            </a:lvl3pPr>
            <a:lvl4pPr marL="1828800" lvl="3" indent="-304800">
              <a:spcBef>
                <a:spcPts val="0"/>
              </a:spcBef>
              <a:spcAft>
                <a:spcPts val="0"/>
              </a:spcAft>
              <a:buClr>
                <a:schemeClr val="lt1"/>
              </a:buClr>
              <a:buSzPts val="1200"/>
              <a:buFont typeface="Urbanist"/>
              <a:buChar char="●"/>
              <a:defRPr/>
            </a:lvl4pPr>
            <a:lvl5pPr marL="2286000" lvl="4" indent="-304800">
              <a:spcBef>
                <a:spcPts val="0"/>
              </a:spcBef>
              <a:spcAft>
                <a:spcPts val="0"/>
              </a:spcAft>
              <a:buClr>
                <a:schemeClr val="lt1"/>
              </a:buClr>
              <a:buSzPts val="1200"/>
              <a:buFont typeface="Urbanist"/>
              <a:buChar char="○"/>
              <a:defRPr/>
            </a:lvl5pPr>
            <a:lvl6pPr marL="2743200" lvl="5" indent="-304800">
              <a:spcBef>
                <a:spcPts val="0"/>
              </a:spcBef>
              <a:spcAft>
                <a:spcPts val="0"/>
              </a:spcAft>
              <a:buClr>
                <a:schemeClr val="lt1"/>
              </a:buClr>
              <a:buSzPts val="1200"/>
              <a:buFont typeface="Urbanist"/>
              <a:buChar char="■"/>
              <a:defRPr/>
            </a:lvl6pPr>
            <a:lvl7pPr marL="3200400" lvl="6" indent="-304800">
              <a:spcBef>
                <a:spcPts val="0"/>
              </a:spcBef>
              <a:spcAft>
                <a:spcPts val="0"/>
              </a:spcAft>
              <a:buClr>
                <a:schemeClr val="lt1"/>
              </a:buClr>
              <a:buSzPts val="1200"/>
              <a:buFont typeface="Urbanist"/>
              <a:buChar char="●"/>
              <a:defRPr/>
            </a:lvl7pPr>
            <a:lvl8pPr marL="3657600" lvl="7" indent="-304800">
              <a:spcBef>
                <a:spcPts val="0"/>
              </a:spcBef>
              <a:spcAft>
                <a:spcPts val="0"/>
              </a:spcAft>
              <a:buClr>
                <a:schemeClr val="lt1"/>
              </a:buClr>
              <a:buSzPts val="1200"/>
              <a:buFont typeface="Urbanist"/>
              <a:buChar char="○"/>
              <a:defRPr/>
            </a:lvl8pPr>
            <a:lvl9pPr marL="4114800" lvl="8" indent="-304800">
              <a:spcBef>
                <a:spcPts val="0"/>
              </a:spcBef>
              <a:spcAft>
                <a:spcPts val="0"/>
              </a:spcAft>
              <a:buClr>
                <a:schemeClr val="lt1"/>
              </a:buClr>
              <a:buSzPts val="1200"/>
              <a:buFont typeface="Urbanist"/>
              <a:buChar char="■"/>
              <a:defRPr/>
            </a:lvl9pPr>
          </a:lstStyle>
          <a:p>
            <a:endParaRPr/>
          </a:p>
        </p:txBody>
      </p:sp>
      <p:sp>
        <p:nvSpPr>
          <p:cNvPr id="53" name="Google Shape;53;p5"/>
          <p:cNvSpPr txBox="1">
            <a:spLocks noGrp="1"/>
          </p:cNvSpPr>
          <p:nvPr>
            <p:ph type="subTitle" idx="4"/>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54" name="Google Shape;54;p5"/>
          <p:cNvSpPr txBox="1">
            <a:spLocks noGrp="1"/>
          </p:cNvSpPr>
          <p:nvPr>
            <p:ph type="subTitle" idx="5"/>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55" name="Google Shape;55;p5"/>
          <p:cNvSpPr txBox="1">
            <a:spLocks noGrp="1"/>
          </p:cNvSpPr>
          <p:nvPr>
            <p:ph type="subTitle" idx="6"/>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56" name="Google Shape;56;p5"/>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57" name="Google Shape;57;p5"/>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cxnSp>
        <p:nvCxnSpPr>
          <p:cNvPr id="58" name="Google Shape;58;p5"/>
          <p:cNvCxnSpPr/>
          <p:nvPr/>
        </p:nvCxnSpPr>
        <p:spPr>
          <a:xfrm>
            <a:off x="228600" y="226100"/>
            <a:ext cx="8687100" cy="0"/>
          </a:xfrm>
          <a:prstGeom prst="straightConnector1">
            <a:avLst/>
          </a:prstGeom>
          <a:noFill/>
          <a:ln w="9525" cap="flat" cmpd="sng">
            <a:solidFill>
              <a:schemeClr val="lt2"/>
            </a:solidFill>
            <a:prstDash val="solid"/>
            <a:round/>
            <a:headEnd type="none" w="med" len="med"/>
            <a:tailEnd type="none" w="med" len="med"/>
          </a:ln>
        </p:spPr>
      </p:cxnSp>
      <p:cxnSp>
        <p:nvCxnSpPr>
          <p:cNvPr id="59" name="Google Shape;59;p5"/>
          <p:cNvCxnSpPr/>
          <p:nvPr/>
        </p:nvCxnSpPr>
        <p:spPr>
          <a:xfrm>
            <a:off x="4444600" y="570000"/>
            <a:ext cx="4470900" cy="0"/>
          </a:xfrm>
          <a:prstGeom prst="straightConnector1">
            <a:avLst/>
          </a:prstGeom>
          <a:noFill/>
          <a:ln w="9525" cap="flat" cmpd="sng">
            <a:solidFill>
              <a:schemeClr val="lt2"/>
            </a:solidFill>
            <a:prstDash val="solid"/>
            <a:round/>
            <a:headEnd type="none" w="med" len="med"/>
            <a:tailEnd type="none" w="med" len="med"/>
          </a:ln>
        </p:spPr>
      </p:cxnSp>
      <p:cxnSp>
        <p:nvCxnSpPr>
          <p:cNvPr id="60" name="Google Shape;60;p5"/>
          <p:cNvCxnSpPr/>
          <p:nvPr/>
        </p:nvCxnSpPr>
        <p:spPr>
          <a:xfrm>
            <a:off x="4442500" y="226100"/>
            <a:ext cx="0" cy="4457700"/>
          </a:xfrm>
          <a:prstGeom prst="straightConnector1">
            <a:avLst/>
          </a:prstGeom>
          <a:noFill/>
          <a:ln w="9525" cap="flat" cmpd="sng">
            <a:solidFill>
              <a:schemeClr val="lt2"/>
            </a:solidFill>
            <a:prstDash val="solid"/>
            <a:round/>
            <a:headEnd type="none" w="med" len="med"/>
            <a:tailEnd type="none" w="med" len="med"/>
          </a:ln>
        </p:spPr>
      </p:cxnSp>
      <p:cxnSp>
        <p:nvCxnSpPr>
          <p:cNvPr id="61" name="Google Shape;61;p5"/>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body and image ALT 1">
  <p:cSld name="BLANK_1_1_1_1_3">
    <p:spTree>
      <p:nvGrpSpPr>
        <p:cNvPr id="1" name="Shape 62"/>
        <p:cNvGrpSpPr/>
        <p:nvPr/>
      </p:nvGrpSpPr>
      <p:grpSpPr>
        <a:xfrm>
          <a:off x="0" y="0"/>
          <a:ext cx="0" cy="0"/>
          <a:chOff x="0" y="0"/>
          <a:chExt cx="0" cy="0"/>
        </a:xfrm>
      </p:grpSpPr>
      <p:sp>
        <p:nvSpPr>
          <p:cNvPr id="63" name="Google Shape;63;p6"/>
          <p:cNvSpPr txBox="1">
            <a:spLocks noGrp="1"/>
          </p:cNvSpPr>
          <p:nvPr>
            <p:ph type="title"/>
          </p:nvPr>
        </p:nvSpPr>
        <p:spPr>
          <a:xfrm>
            <a:off x="228600" y="613525"/>
            <a:ext cx="3904500" cy="11628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a:endParaRPr/>
          </a:p>
        </p:txBody>
      </p:sp>
      <p:sp>
        <p:nvSpPr>
          <p:cNvPr id="64" name="Google Shape;64;p6"/>
          <p:cNvSpPr>
            <a:spLocks noGrp="1"/>
          </p:cNvSpPr>
          <p:nvPr>
            <p:ph type="pic" idx="2"/>
          </p:nvPr>
        </p:nvSpPr>
        <p:spPr>
          <a:xfrm>
            <a:off x="4523050" y="737975"/>
            <a:ext cx="2164800" cy="1350300"/>
          </a:xfrm>
          <a:prstGeom prst="roundRect">
            <a:avLst>
              <a:gd name="adj" fmla="val 7802"/>
            </a:avLst>
          </a:prstGeom>
          <a:noFill/>
          <a:ln w="9525" cap="flat" cmpd="sng">
            <a:solidFill>
              <a:schemeClr val="accent1"/>
            </a:solidFill>
            <a:prstDash val="solid"/>
            <a:round/>
            <a:headEnd type="none" w="sm" len="sm"/>
            <a:tailEnd type="none" w="sm" len="sm"/>
          </a:ln>
        </p:spPr>
      </p:sp>
      <p:sp>
        <p:nvSpPr>
          <p:cNvPr id="65" name="Google Shape;65;p6"/>
          <p:cNvSpPr>
            <a:spLocks noGrp="1"/>
          </p:cNvSpPr>
          <p:nvPr>
            <p:ph type="pic" idx="3"/>
          </p:nvPr>
        </p:nvSpPr>
        <p:spPr>
          <a:xfrm>
            <a:off x="6752100" y="737775"/>
            <a:ext cx="2164800" cy="1350300"/>
          </a:xfrm>
          <a:prstGeom prst="roundRect">
            <a:avLst>
              <a:gd name="adj" fmla="val 7802"/>
            </a:avLst>
          </a:prstGeom>
          <a:noFill/>
          <a:ln w="9525" cap="flat" cmpd="sng">
            <a:solidFill>
              <a:schemeClr val="accent1"/>
            </a:solidFill>
            <a:prstDash val="solid"/>
            <a:round/>
            <a:headEnd type="none" w="sm" len="sm"/>
            <a:tailEnd type="none" w="sm" len="sm"/>
          </a:ln>
        </p:spPr>
      </p:sp>
      <p:sp>
        <p:nvSpPr>
          <p:cNvPr id="66" name="Google Shape;66;p6"/>
          <p:cNvSpPr>
            <a:spLocks noGrp="1"/>
          </p:cNvSpPr>
          <p:nvPr>
            <p:ph type="pic" idx="4"/>
          </p:nvPr>
        </p:nvSpPr>
        <p:spPr>
          <a:xfrm>
            <a:off x="4523050" y="2158000"/>
            <a:ext cx="4394100" cy="2282700"/>
          </a:xfrm>
          <a:prstGeom prst="roundRect">
            <a:avLst>
              <a:gd name="adj" fmla="val 6108"/>
            </a:avLst>
          </a:prstGeom>
          <a:noFill/>
          <a:ln w="9525" cap="flat" cmpd="sng">
            <a:solidFill>
              <a:schemeClr val="accent1"/>
            </a:solidFill>
            <a:prstDash val="solid"/>
            <a:round/>
            <a:headEnd type="none" w="sm" len="sm"/>
            <a:tailEnd type="none" w="sm" len="sm"/>
          </a:ln>
        </p:spPr>
      </p:sp>
      <p:sp>
        <p:nvSpPr>
          <p:cNvPr id="67" name="Google Shape;67;p6"/>
          <p:cNvSpPr txBox="1">
            <a:spLocks noGrp="1"/>
          </p:cNvSpPr>
          <p:nvPr>
            <p:ph type="body" idx="1"/>
          </p:nvPr>
        </p:nvSpPr>
        <p:spPr>
          <a:xfrm>
            <a:off x="233850" y="3127075"/>
            <a:ext cx="2920800" cy="13137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68" name="Google Shape;68;p6"/>
          <p:cNvSpPr txBox="1">
            <a:spLocks noGrp="1"/>
          </p:cNvSpPr>
          <p:nvPr>
            <p:ph type="subTitle" idx="5"/>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69" name="Google Shape;69;p6"/>
          <p:cNvSpPr txBox="1">
            <a:spLocks noGrp="1"/>
          </p:cNvSpPr>
          <p:nvPr>
            <p:ph type="subTitle" idx="6"/>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70" name="Google Shape;70;p6"/>
          <p:cNvSpPr txBox="1">
            <a:spLocks noGrp="1"/>
          </p:cNvSpPr>
          <p:nvPr>
            <p:ph type="subTitle" idx="7"/>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71" name="Google Shape;71;p6"/>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72" name="Google Shape;72;p6"/>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73" name="Google Shape;73;p6"/>
          <p:cNvSpPr txBox="1">
            <a:spLocks noGrp="1"/>
          </p:cNvSpPr>
          <p:nvPr>
            <p:ph type="subTitle" idx="8"/>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a:endParaRPr/>
          </a:p>
        </p:txBody>
      </p:sp>
      <p:cxnSp>
        <p:nvCxnSpPr>
          <p:cNvPr id="74" name="Google Shape;74;p6"/>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genda ALT 1">
  <p:cSld name="BLANK_1_1_1_1_2">
    <p:spTree>
      <p:nvGrpSpPr>
        <p:cNvPr id="1" name="Shape 75"/>
        <p:cNvGrpSpPr/>
        <p:nvPr/>
      </p:nvGrpSpPr>
      <p:grpSpPr>
        <a:xfrm>
          <a:off x="0" y="0"/>
          <a:ext cx="0" cy="0"/>
          <a:chOff x="0" y="0"/>
          <a:chExt cx="0" cy="0"/>
        </a:xfrm>
      </p:grpSpPr>
      <p:pic>
        <p:nvPicPr>
          <p:cNvPr id="76" name="Google Shape;76;p7"/>
          <p:cNvPicPr preferRelativeResize="0"/>
          <p:nvPr/>
        </p:nvPicPr>
        <p:blipFill rotWithShape="1">
          <a:blip r:embed="rId2">
            <a:alphaModFix amt="60000"/>
          </a:blip>
          <a:srcRect r="15469" b="14588"/>
          <a:stretch/>
        </p:blipFill>
        <p:spPr>
          <a:xfrm>
            <a:off x="25" y="1172500"/>
            <a:ext cx="5181349" cy="3493250"/>
          </a:xfrm>
          <a:prstGeom prst="rect">
            <a:avLst/>
          </a:prstGeom>
          <a:noFill/>
          <a:ln>
            <a:noFill/>
          </a:ln>
        </p:spPr>
      </p:pic>
      <p:sp>
        <p:nvSpPr>
          <p:cNvPr id="77" name="Google Shape;77;p7"/>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78" name="Google Shape;78;p7"/>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79" name="Google Shape;79;p7"/>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80" name="Google Shape;80;p7"/>
          <p:cNvSpPr txBox="1">
            <a:spLocks noGrp="1"/>
          </p:cNvSpPr>
          <p:nvPr>
            <p:ph type="title"/>
          </p:nvPr>
        </p:nvSpPr>
        <p:spPr>
          <a:xfrm>
            <a:off x="277500" y="228600"/>
            <a:ext cx="3904500" cy="11628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a:endParaRPr/>
          </a:p>
        </p:txBody>
      </p:sp>
      <p:cxnSp>
        <p:nvCxnSpPr>
          <p:cNvPr id="81" name="Google Shape;81;p7"/>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82" name="Google Shape;82;p7"/>
          <p:cNvSpPr txBox="1">
            <a:spLocks noGrp="1"/>
          </p:cNvSpPr>
          <p:nvPr>
            <p:ph type="subTitle" idx="4"/>
          </p:nvPr>
        </p:nvSpPr>
        <p:spPr>
          <a:xfrm>
            <a:off x="4744575" y="387150"/>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3" name="Google Shape;83;p7"/>
          <p:cNvSpPr txBox="1">
            <a:spLocks noGrp="1"/>
          </p:cNvSpPr>
          <p:nvPr>
            <p:ph type="subTitle" idx="5"/>
          </p:nvPr>
        </p:nvSpPr>
        <p:spPr>
          <a:xfrm>
            <a:off x="4744575" y="1066588"/>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4" name="Google Shape;84;p7"/>
          <p:cNvSpPr txBox="1">
            <a:spLocks noGrp="1"/>
          </p:cNvSpPr>
          <p:nvPr>
            <p:ph type="subTitle" idx="6"/>
          </p:nvPr>
        </p:nvSpPr>
        <p:spPr>
          <a:xfrm>
            <a:off x="4744575" y="1742700"/>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5" name="Google Shape;85;p7"/>
          <p:cNvSpPr txBox="1">
            <a:spLocks noGrp="1"/>
          </p:cNvSpPr>
          <p:nvPr>
            <p:ph type="subTitle" idx="7"/>
          </p:nvPr>
        </p:nvSpPr>
        <p:spPr>
          <a:xfrm>
            <a:off x="4744575" y="2420513"/>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6" name="Google Shape;86;p7"/>
          <p:cNvSpPr txBox="1">
            <a:spLocks noGrp="1"/>
          </p:cNvSpPr>
          <p:nvPr>
            <p:ph type="subTitle" idx="8"/>
          </p:nvPr>
        </p:nvSpPr>
        <p:spPr>
          <a:xfrm>
            <a:off x="4744575" y="3098275"/>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7" name="Google Shape;87;p7"/>
          <p:cNvSpPr txBox="1">
            <a:spLocks noGrp="1"/>
          </p:cNvSpPr>
          <p:nvPr>
            <p:ph type="subTitle" idx="9"/>
          </p:nvPr>
        </p:nvSpPr>
        <p:spPr>
          <a:xfrm>
            <a:off x="4744575" y="3776075"/>
            <a:ext cx="322500" cy="2886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3"/>
              </a:buClr>
              <a:buSzPts val="1600"/>
              <a:buFont typeface="Urbanist"/>
              <a:buNone/>
              <a:defRPr>
                <a:solidFill>
                  <a:schemeClr val="accent3"/>
                </a:solidFill>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88" name="Google Shape;88;p7"/>
          <p:cNvSpPr txBox="1">
            <a:spLocks noGrp="1"/>
          </p:cNvSpPr>
          <p:nvPr>
            <p:ph type="subTitle" idx="13"/>
          </p:nvPr>
        </p:nvSpPr>
        <p:spPr>
          <a:xfrm>
            <a:off x="5067075" y="387150"/>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89" name="Google Shape;89;p7"/>
          <p:cNvSpPr txBox="1">
            <a:spLocks noGrp="1"/>
          </p:cNvSpPr>
          <p:nvPr>
            <p:ph type="subTitle" idx="14"/>
          </p:nvPr>
        </p:nvSpPr>
        <p:spPr>
          <a:xfrm>
            <a:off x="5067075" y="1061588"/>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90" name="Google Shape;90;p7"/>
          <p:cNvSpPr txBox="1">
            <a:spLocks noGrp="1"/>
          </p:cNvSpPr>
          <p:nvPr>
            <p:ph type="subTitle" idx="15"/>
          </p:nvPr>
        </p:nvSpPr>
        <p:spPr>
          <a:xfrm>
            <a:off x="5067075" y="1739350"/>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91" name="Google Shape;91;p7"/>
          <p:cNvSpPr txBox="1">
            <a:spLocks noGrp="1"/>
          </p:cNvSpPr>
          <p:nvPr>
            <p:ph type="subTitle" idx="16"/>
          </p:nvPr>
        </p:nvSpPr>
        <p:spPr>
          <a:xfrm>
            <a:off x="5067075" y="2424100"/>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92" name="Google Shape;92;p7"/>
          <p:cNvSpPr txBox="1">
            <a:spLocks noGrp="1"/>
          </p:cNvSpPr>
          <p:nvPr>
            <p:ph type="subTitle" idx="17"/>
          </p:nvPr>
        </p:nvSpPr>
        <p:spPr>
          <a:xfrm>
            <a:off x="5067075" y="3094938"/>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93" name="Google Shape;93;p7"/>
          <p:cNvSpPr txBox="1">
            <a:spLocks noGrp="1"/>
          </p:cNvSpPr>
          <p:nvPr>
            <p:ph type="subTitle" idx="18"/>
          </p:nvPr>
        </p:nvSpPr>
        <p:spPr>
          <a:xfrm>
            <a:off x="5067075" y="3765788"/>
            <a:ext cx="3267600" cy="28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94" name="Google Shape;94;p7"/>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95" name="Google Shape;95;p7"/>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images">
  <p:cSld name="BLANK_1_1_1_1_2_1">
    <p:spTree>
      <p:nvGrpSpPr>
        <p:cNvPr id="1" name="Shape 96"/>
        <p:cNvGrpSpPr/>
        <p:nvPr/>
      </p:nvGrpSpPr>
      <p:grpSpPr>
        <a:xfrm>
          <a:off x="0" y="0"/>
          <a:ext cx="0" cy="0"/>
          <a:chOff x="0" y="0"/>
          <a:chExt cx="0" cy="0"/>
        </a:xfrm>
      </p:grpSpPr>
      <p:sp>
        <p:nvSpPr>
          <p:cNvPr id="97" name="Google Shape;97;p8"/>
          <p:cNvSpPr>
            <a:spLocks noGrp="1"/>
          </p:cNvSpPr>
          <p:nvPr>
            <p:ph type="pic" idx="2"/>
          </p:nvPr>
        </p:nvSpPr>
        <p:spPr>
          <a:xfrm>
            <a:off x="4618950" y="228600"/>
            <a:ext cx="1370400" cy="1357500"/>
          </a:xfrm>
          <a:prstGeom prst="roundRect">
            <a:avLst>
              <a:gd name="adj" fmla="val 16935"/>
            </a:avLst>
          </a:prstGeom>
          <a:noFill/>
          <a:ln>
            <a:noFill/>
          </a:ln>
        </p:spPr>
      </p:sp>
      <p:sp>
        <p:nvSpPr>
          <p:cNvPr id="98" name="Google Shape;98;p8"/>
          <p:cNvSpPr txBox="1">
            <a:spLocks noGrp="1"/>
          </p:cNvSpPr>
          <p:nvPr>
            <p:ph type="subTitle" idx="1"/>
          </p:nvPr>
        </p:nvSpPr>
        <p:spPr>
          <a:xfrm>
            <a:off x="4619000" y="1702322"/>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99" name="Google Shape;99;p8"/>
          <p:cNvSpPr txBox="1">
            <a:spLocks noGrp="1"/>
          </p:cNvSpPr>
          <p:nvPr>
            <p:ph type="subTitle" idx="3"/>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00" name="Google Shape;100;p8"/>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01" name="Google Shape;101;p8"/>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02" name="Google Shape;102;p8"/>
          <p:cNvSpPr txBox="1">
            <a:spLocks noGrp="1"/>
          </p:cNvSpPr>
          <p:nvPr>
            <p:ph type="title"/>
          </p:nvPr>
        </p:nvSpPr>
        <p:spPr>
          <a:xfrm>
            <a:off x="228600" y="234750"/>
            <a:ext cx="3904500" cy="11628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a:endParaRPr/>
          </a:p>
        </p:txBody>
      </p:sp>
      <p:sp>
        <p:nvSpPr>
          <p:cNvPr id="103" name="Google Shape;103;p8"/>
          <p:cNvSpPr txBox="1">
            <a:spLocks noGrp="1"/>
          </p:cNvSpPr>
          <p:nvPr>
            <p:ph type="subTitle" idx="6"/>
          </p:nvPr>
        </p:nvSpPr>
        <p:spPr>
          <a:xfrm>
            <a:off x="4619000" y="1880160"/>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sp>
        <p:nvSpPr>
          <p:cNvPr id="104" name="Google Shape;104;p8"/>
          <p:cNvSpPr>
            <a:spLocks noGrp="1"/>
          </p:cNvSpPr>
          <p:nvPr>
            <p:ph type="pic" idx="7"/>
          </p:nvPr>
        </p:nvSpPr>
        <p:spPr>
          <a:xfrm>
            <a:off x="6080700" y="228600"/>
            <a:ext cx="1370400" cy="1357500"/>
          </a:xfrm>
          <a:prstGeom prst="roundRect">
            <a:avLst>
              <a:gd name="adj" fmla="val 16935"/>
            </a:avLst>
          </a:prstGeom>
          <a:noFill/>
          <a:ln>
            <a:noFill/>
          </a:ln>
        </p:spPr>
      </p:sp>
      <p:sp>
        <p:nvSpPr>
          <p:cNvPr id="105" name="Google Shape;105;p8"/>
          <p:cNvSpPr txBox="1">
            <a:spLocks noGrp="1"/>
          </p:cNvSpPr>
          <p:nvPr>
            <p:ph type="subTitle" idx="8"/>
          </p:nvPr>
        </p:nvSpPr>
        <p:spPr>
          <a:xfrm>
            <a:off x="6080750" y="1702321"/>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106" name="Google Shape;106;p8"/>
          <p:cNvSpPr txBox="1">
            <a:spLocks noGrp="1"/>
          </p:cNvSpPr>
          <p:nvPr>
            <p:ph type="subTitle" idx="9"/>
          </p:nvPr>
        </p:nvSpPr>
        <p:spPr>
          <a:xfrm>
            <a:off x="6080750" y="1880160"/>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sp>
        <p:nvSpPr>
          <p:cNvPr id="107" name="Google Shape;107;p8"/>
          <p:cNvSpPr>
            <a:spLocks noGrp="1"/>
          </p:cNvSpPr>
          <p:nvPr>
            <p:ph type="pic" idx="13"/>
          </p:nvPr>
        </p:nvSpPr>
        <p:spPr>
          <a:xfrm>
            <a:off x="7542450" y="228600"/>
            <a:ext cx="1370400" cy="1357500"/>
          </a:xfrm>
          <a:prstGeom prst="roundRect">
            <a:avLst>
              <a:gd name="adj" fmla="val 16935"/>
            </a:avLst>
          </a:prstGeom>
          <a:noFill/>
          <a:ln>
            <a:noFill/>
          </a:ln>
        </p:spPr>
      </p:sp>
      <p:sp>
        <p:nvSpPr>
          <p:cNvPr id="108" name="Google Shape;108;p8"/>
          <p:cNvSpPr txBox="1">
            <a:spLocks noGrp="1"/>
          </p:cNvSpPr>
          <p:nvPr>
            <p:ph type="subTitle" idx="14"/>
          </p:nvPr>
        </p:nvSpPr>
        <p:spPr>
          <a:xfrm>
            <a:off x="7542500" y="1702321"/>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109" name="Google Shape;109;p8"/>
          <p:cNvSpPr txBox="1">
            <a:spLocks noGrp="1"/>
          </p:cNvSpPr>
          <p:nvPr>
            <p:ph type="subTitle" idx="15"/>
          </p:nvPr>
        </p:nvSpPr>
        <p:spPr>
          <a:xfrm>
            <a:off x="7542500" y="1880160"/>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sp>
        <p:nvSpPr>
          <p:cNvPr id="110" name="Google Shape;110;p8"/>
          <p:cNvSpPr>
            <a:spLocks noGrp="1"/>
          </p:cNvSpPr>
          <p:nvPr>
            <p:ph type="pic" idx="16"/>
          </p:nvPr>
        </p:nvSpPr>
        <p:spPr>
          <a:xfrm>
            <a:off x="4618950" y="2295725"/>
            <a:ext cx="1370400" cy="1357500"/>
          </a:xfrm>
          <a:prstGeom prst="roundRect">
            <a:avLst>
              <a:gd name="adj" fmla="val 16935"/>
            </a:avLst>
          </a:prstGeom>
          <a:noFill/>
          <a:ln>
            <a:noFill/>
          </a:ln>
        </p:spPr>
      </p:sp>
      <p:sp>
        <p:nvSpPr>
          <p:cNvPr id="111" name="Google Shape;111;p8"/>
          <p:cNvSpPr txBox="1">
            <a:spLocks noGrp="1"/>
          </p:cNvSpPr>
          <p:nvPr>
            <p:ph type="subTitle" idx="17"/>
          </p:nvPr>
        </p:nvSpPr>
        <p:spPr>
          <a:xfrm>
            <a:off x="4619000" y="3769446"/>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112" name="Google Shape;112;p8"/>
          <p:cNvSpPr txBox="1">
            <a:spLocks noGrp="1"/>
          </p:cNvSpPr>
          <p:nvPr>
            <p:ph type="subTitle" idx="18"/>
          </p:nvPr>
        </p:nvSpPr>
        <p:spPr>
          <a:xfrm>
            <a:off x="4619000" y="3947285"/>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sp>
        <p:nvSpPr>
          <p:cNvPr id="113" name="Google Shape;113;p8"/>
          <p:cNvSpPr>
            <a:spLocks noGrp="1"/>
          </p:cNvSpPr>
          <p:nvPr>
            <p:ph type="pic" idx="19"/>
          </p:nvPr>
        </p:nvSpPr>
        <p:spPr>
          <a:xfrm>
            <a:off x="6080700" y="2295725"/>
            <a:ext cx="1370400" cy="1357500"/>
          </a:xfrm>
          <a:prstGeom prst="roundRect">
            <a:avLst>
              <a:gd name="adj" fmla="val 16935"/>
            </a:avLst>
          </a:prstGeom>
          <a:noFill/>
          <a:ln>
            <a:noFill/>
          </a:ln>
        </p:spPr>
      </p:sp>
      <p:sp>
        <p:nvSpPr>
          <p:cNvPr id="114" name="Google Shape;114;p8"/>
          <p:cNvSpPr txBox="1">
            <a:spLocks noGrp="1"/>
          </p:cNvSpPr>
          <p:nvPr>
            <p:ph type="subTitle" idx="20"/>
          </p:nvPr>
        </p:nvSpPr>
        <p:spPr>
          <a:xfrm>
            <a:off x="6080750" y="3769447"/>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115" name="Google Shape;115;p8"/>
          <p:cNvSpPr txBox="1">
            <a:spLocks noGrp="1"/>
          </p:cNvSpPr>
          <p:nvPr>
            <p:ph type="subTitle" idx="21"/>
          </p:nvPr>
        </p:nvSpPr>
        <p:spPr>
          <a:xfrm>
            <a:off x="6080750" y="3947285"/>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sp>
        <p:nvSpPr>
          <p:cNvPr id="116" name="Google Shape;116;p8"/>
          <p:cNvSpPr>
            <a:spLocks noGrp="1"/>
          </p:cNvSpPr>
          <p:nvPr>
            <p:ph type="pic" idx="22"/>
          </p:nvPr>
        </p:nvSpPr>
        <p:spPr>
          <a:xfrm>
            <a:off x="7542450" y="2295725"/>
            <a:ext cx="1370400" cy="1357500"/>
          </a:xfrm>
          <a:prstGeom prst="roundRect">
            <a:avLst>
              <a:gd name="adj" fmla="val 16935"/>
            </a:avLst>
          </a:prstGeom>
          <a:noFill/>
          <a:ln>
            <a:noFill/>
          </a:ln>
        </p:spPr>
      </p:sp>
      <p:sp>
        <p:nvSpPr>
          <p:cNvPr id="117" name="Google Shape;117;p8"/>
          <p:cNvSpPr txBox="1">
            <a:spLocks noGrp="1"/>
          </p:cNvSpPr>
          <p:nvPr>
            <p:ph type="subTitle" idx="23"/>
          </p:nvPr>
        </p:nvSpPr>
        <p:spPr>
          <a:xfrm>
            <a:off x="7542500" y="3769446"/>
            <a:ext cx="1370400" cy="171900"/>
          </a:xfrm>
          <a:prstGeom prst="rect">
            <a:avLst/>
          </a:prstGeom>
        </p:spPr>
        <p:txBody>
          <a:bodyPr spcFirstLastPara="1" wrap="square" lIns="0" tIns="0" rIns="91425" bIns="0" anchor="b" anchorCtr="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a:endParaRPr/>
          </a:p>
        </p:txBody>
      </p:sp>
      <p:sp>
        <p:nvSpPr>
          <p:cNvPr id="118" name="Google Shape;118;p8"/>
          <p:cNvSpPr txBox="1">
            <a:spLocks noGrp="1"/>
          </p:cNvSpPr>
          <p:nvPr>
            <p:ph type="subTitle" idx="24"/>
          </p:nvPr>
        </p:nvSpPr>
        <p:spPr>
          <a:xfrm>
            <a:off x="7542500" y="3947285"/>
            <a:ext cx="1370400" cy="171900"/>
          </a:xfrm>
          <a:prstGeom prst="rect">
            <a:avLst/>
          </a:prstGeom>
        </p:spPr>
        <p:txBody>
          <a:bodyPr spcFirstLastPara="1" wrap="square" lIns="0" tIns="0" rIns="91425" bIns="91425" anchor="t" anchorCtr="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a:endParaRPr/>
          </a:p>
        </p:txBody>
      </p:sp>
      <p:cxnSp>
        <p:nvCxnSpPr>
          <p:cNvPr id="119" name="Google Shape;119;p8"/>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120" name="Google Shape;120;p8"/>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21" name="Google Shape;121;p8"/>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ALT 2">
  <p:cSld name="BLANK_1_1_1_1_1_1">
    <p:spTree>
      <p:nvGrpSpPr>
        <p:cNvPr id="1" name="Shape 122"/>
        <p:cNvGrpSpPr/>
        <p:nvPr/>
      </p:nvGrpSpPr>
      <p:grpSpPr>
        <a:xfrm>
          <a:off x="0" y="0"/>
          <a:ext cx="0" cy="0"/>
          <a:chOff x="0" y="0"/>
          <a:chExt cx="0" cy="0"/>
        </a:xfrm>
      </p:grpSpPr>
      <p:sp>
        <p:nvSpPr>
          <p:cNvPr id="123" name="Google Shape;123;p9"/>
          <p:cNvSpPr>
            <a:spLocks noGrp="1"/>
          </p:cNvSpPr>
          <p:nvPr>
            <p:ph type="pic" idx="2"/>
          </p:nvPr>
        </p:nvSpPr>
        <p:spPr>
          <a:xfrm>
            <a:off x="9425" y="-3075"/>
            <a:ext cx="9144000" cy="4641000"/>
          </a:xfrm>
          <a:prstGeom prst="rect">
            <a:avLst/>
          </a:prstGeom>
          <a:noFill/>
          <a:ln>
            <a:noFill/>
          </a:ln>
        </p:spPr>
      </p:sp>
      <p:sp>
        <p:nvSpPr>
          <p:cNvPr id="124" name="Google Shape;124;p9"/>
          <p:cNvSpPr txBox="1">
            <a:spLocks noGrp="1"/>
          </p:cNvSpPr>
          <p:nvPr>
            <p:ph type="title"/>
          </p:nvPr>
        </p:nvSpPr>
        <p:spPr>
          <a:xfrm>
            <a:off x="234125" y="3337800"/>
            <a:ext cx="8574600" cy="1114800"/>
          </a:xfrm>
          <a:prstGeom prst="rect">
            <a:avLst/>
          </a:prstGeom>
        </p:spPr>
        <p:txBody>
          <a:bodyPr spcFirstLastPara="1" wrap="square" lIns="0" tIns="0" rIns="0" bIns="0" anchor="b" anchorCtr="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a:endParaRPr/>
          </a:p>
        </p:txBody>
      </p:sp>
      <p:sp>
        <p:nvSpPr>
          <p:cNvPr id="125" name="Google Shape;125;p9"/>
          <p:cNvSpPr txBox="1">
            <a:spLocks noGrp="1"/>
          </p:cNvSpPr>
          <p:nvPr>
            <p:ph type="subTitle" idx="1"/>
          </p:nvPr>
        </p:nvSpPr>
        <p:spPr>
          <a:xfrm>
            <a:off x="228600" y="228600"/>
            <a:ext cx="28701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a:endParaRPr/>
          </a:p>
        </p:txBody>
      </p:sp>
      <p:sp>
        <p:nvSpPr>
          <p:cNvPr id="126" name="Google Shape;126;p9"/>
          <p:cNvSpPr txBox="1">
            <a:spLocks noGrp="1"/>
          </p:cNvSpPr>
          <p:nvPr>
            <p:ph type="subTitle" idx="3"/>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27" name="Google Shape;127;p9"/>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28" name="Google Shape;128;p9"/>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129" name="Google Shape;129;p9"/>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130" name="Google Shape;130;p9"/>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31" name="Google Shape;131;p9"/>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rds w/ images">
  <p:cSld name="BLANK_1_1_1_1_1_1_1_1_1_1_3">
    <p:spTree>
      <p:nvGrpSpPr>
        <p:cNvPr id="1" name="Shape 132"/>
        <p:cNvGrpSpPr/>
        <p:nvPr/>
      </p:nvGrpSpPr>
      <p:grpSpPr>
        <a:xfrm>
          <a:off x="0" y="0"/>
          <a:ext cx="0" cy="0"/>
          <a:chOff x="0" y="0"/>
          <a:chExt cx="0" cy="0"/>
        </a:xfrm>
      </p:grpSpPr>
      <p:sp>
        <p:nvSpPr>
          <p:cNvPr id="133" name="Google Shape;133;p10"/>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34" name="Google Shape;134;p10"/>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35" name="Google Shape;135;p10"/>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grpSp>
        <p:nvGrpSpPr>
          <p:cNvPr id="136" name="Google Shape;136;p10"/>
          <p:cNvGrpSpPr/>
          <p:nvPr/>
        </p:nvGrpSpPr>
        <p:grpSpPr>
          <a:xfrm rot="5400000">
            <a:off x="8691475" y="228504"/>
            <a:ext cx="228589" cy="228623"/>
            <a:chOff x="1688332" y="4135245"/>
            <a:chExt cx="338700" cy="338700"/>
          </a:xfrm>
        </p:grpSpPr>
        <p:sp>
          <p:nvSpPr>
            <p:cNvPr id="137" name="Google Shape;137;p10"/>
            <p:cNvSpPr/>
            <p:nvPr/>
          </p:nvSpPr>
          <p:spPr>
            <a:xfrm rot="-5400000">
              <a:off x="1688332" y="4135245"/>
              <a:ext cx="338700" cy="338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grpSp>
          <p:nvGrpSpPr>
            <p:cNvPr id="138" name="Google Shape;138;p10"/>
            <p:cNvGrpSpPr/>
            <p:nvPr/>
          </p:nvGrpSpPr>
          <p:grpSpPr>
            <a:xfrm rot="-5400000">
              <a:off x="1787014" y="4262191"/>
              <a:ext cx="169598" cy="84809"/>
              <a:chOff x="498725" y="2069800"/>
              <a:chExt cx="205200" cy="102600"/>
            </a:xfrm>
          </p:grpSpPr>
          <p:cxnSp>
            <p:nvCxnSpPr>
              <p:cNvPr id="139" name="Google Shape;139;p10"/>
              <p:cNvCxnSpPr/>
              <p:nvPr/>
            </p:nvCxnSpPr>
            <p:spPr>
              <a:xfrm>
                <a:off x="498725" y="2069800"/>
                <a:ext cx="102600" cy="102600"/>
              </a:xfrm>
              <a:prstGeom prst="straightConnector1">
                <a:avLst/>
              </a:prstGeom>
              <a:noFill/>
              <a:ln w="9525" cap="flat" cmpd="sng">
                <a:solidFill>
                  <a:schemeClr val="dk1"/>
                </a:solidFill>
                <a:prstDash val="solid"/>
                <a:round/>
                <a:headEnd type="none" w="med" len="med"/>
                <a:tailEnd type="none" w="med" len="med"/>
              </a:ln>
            </p:spPr>
          </p:cxnSp>
          <p:cxnSp>
            <p:nvCxnSpPr>
              <p:cNvPr id="140" name="Google Shape;140;p10"/>
              <p:cNvCxnSpPr/>
              <p:nvPr/>
            </p:nvCxnSpPr>
            <p:spPr>
              <a:xfrm flipH="1">
                <a:off x="601325" y="2069800"/>
                <a:ext cx="102600" cy="102600"/>
              </a:xfrm>
              <a:prstGeom prst="straightConnector1">
                <a:avLst/>
              </a:prstGeom>
              <a:noFill/>
              <a:ln w="9525" cap="flat" cmpd="sng">
                <a:solidFill>
                  <a:schemeClr val="dk1"/>
                </a:solidFill>
                <a:prstDash val="solid"/>
                <a:round/>
                <a:headEnd type="none" w="med" len="med"/>
                <a:tailEnd type="none" w="med" len="med"/>
              </a:ln>
            </p:spPr>
          </p:cxnSp>
        </p:grpSp>
      </p:grpSp>
      <p:sp>
        <p:nvSpPr>
          <p:cNvPr id="141" name="Google Shape;141;p10"/>
          <p:cNvSpPr>
            <a:spLocks noGrp="1"/>
          </p:cNvSpPr>
          <p:nvPr>
            <p:ph type="pic" idx="4"/>
          </p:nvPr>
        </p:nvSpPr>
        <p:spPr>
          <a:xfrm>
            <a:off x="426700" y="1896600"/>
            <a:ext cx="665400" cy="685500"/>
          </a:xfrm>
          <a:prstGeom prst="roundRect">
            <a:avLst>
              <a:gd name="adj" fmla="val 17601"/>
            </a:avLst>
          </a:prstGeom>
          <a:noFill/>
          <a:ln>
            <a:noFill/>
          </a:ln>
        </p:spPr>
      </p:sp>
      <p:sp>
        <p:nvSpPr>
          <p:cNvPr id="142" name="Google Shape;142;p10"/>
          <p:cNvSpPr txBox="1">
            <a:spLocks noGrp="1"/>
          </p:cNvSpPr>
          <p:nvPr>
            <p:ph type="subTitle" idx="5"/>
          </p:nvPr>
        </p:nvSpPr>
        <p:spPr>
          <a:xfrm>
            <a:off x="426700" y="2708802"/>
            <a:ext cx="1761900" cy="228600"/>
          </a:xfrm>
          <a:prstGeom prst="rect">
            <a:avLst/>
          </a:prstGeom>
        </p:spPr>
        <p:txBody>
          <a:bodyPr spcFirstLastPara="1" wrap="square" lIns="0" tIns="0" rIns="91425" bIns="0" anchor="b" anchorCtr="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143" name="Google Shape;143;p10"/>
          <p:cNvSpPr txBox="1">
            <a:spLocks noGrp="1"/>
          </p:cNvSpPr>
          <p:nvPr>
            <p:ph type="subTitle" idx="6"/>
          </p:nvPr>
        </p:nvSpPr>
        <p:spPr>
          <a:xfrm>
            <a:off x="426700" y="2936076"/>
            <a:ext cx="1761900" cy="163800"/>
          </a:xfrm>
          <a:prstGeom prst="rect">
            <a:avLst/>
          </a:prstGeom>
        </p:spPr>
        <p:txBody>
          <a:bodyPr spcFirstLastPara="1" wrap="square" lIns="0" tIns="0" rIns="91425" bIns="0" anchor="t" anchorCtr="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144" name="Google Shape;144;p10"/>
          <p:cNvSpPr txBox="1">
            <a:spLocks noGrp="1"/>
          </p:cNvSpPr>
          <p:nvPr>
            <p:ph type="body" idx="7"/>
          </p:nvPr>
        </p:nvSpPr>
        <p:spPr>
          <a:xfrm>
            <a:off x="426700" y="3251425"/>
            <a:ext cx="1761900" cy="965100"/>
          </a:xfrm>
          <a:prstGeom prst="rect">
            <a:avLst/>
          </a:prstGeom>
        </p:spPr>
        <p:txBody>
          <a:bodyPr spcFirstLastPara="1" wrap="square" lIns="0" tIns="0" rIns="91425"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145" name="Google Shape;145;p10"/>
          <p:cNvSpPr>
            <a:spLocks noGrp="1"/>
          </p:cNvSpPr>
          <p:nvPr>
            <p:ph type="pic" idx="8"/>
          </p:nvPr>
        </p:nvSpPr>
        <p:spPr>
          <a:xfrm>
            <a:off x="2621800" y="1896600"/>
            <a:ext cx="665400" cy="685500"/>
          </a:xfrm>
          <a:prstGeom prst="roundRect">
            <a:avLst>
              <a:gd name="adj" fmla="val 17601"/>
            </a:avLst>
          </a:prstGeom>
          <a:noFill/>
          <a:ln>
            <a:noFill/>
          </a:ln>
        </p:spPr>
      </p:sp>
      <p:sp>
        <p:nvSpPr>
          <p:cNvPr id="146" name="Google Shape;146;p10"/>
          <p:cNvSpPr txBox="1">
            <a:spLocks noGrp="1"/>
          </p:cNvSpPr>
          <p:nvPr>
            <p:ph type="subTitle" idx="9"/>
          </p:nvPr>
        </p:nvSpPr>
        <p:spPr>
          <a:xfrm>
            <a:off x="2621800" y="2708807"/>
            <a:ext cx="1761900" cy="228600"/>
          </a:xfrm>
          <a:prstGeom prst="rect">
            <a:avLst/>
          </a:prstGeom>
        </p:spPr>
        <p:txBody>
          <a:bodyPr spcFirstLastPara="1" wrap="square" lIns="0" tIns="0" rIns="91425" bIns="0" anchor="b" anchorCtr="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147" name="Google Shape;147;p10"/>
          <p:cNvSpPr txBox="1">
            <a:spLocks noGrp="1"/>
          </p:cNvSpPr>
          <p:nvPr>
            <p:ph type="subTitle" idx="13"/>
          </p:nvPr>
        </p:nvSpPr>
        <p:spPr>
          <a:xfrm>
            <a:off x="2621800" y="2936075"/>
            <a:ext cx="1761900" cy="163800"/>
          </a:xfrm>
          <a:prstGeom prst="rect">
            <a:avLst/>
          </a:prstGeom>
        </p:spPr>
        <p:txBody>
          <a:bodyPr spcFirstLastPara="1" wrap="square" lIns="0" tIns="0" rIns="91425" bIns="0" anchor="t" anchorCtr="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148" name="Google Shape;148;p10"/>
          <p:cNvSpPr txBox="1">
            <a:spLocks noGrp="1"/>
          </p:cNvSpPr>
          <p:nvPr>
            <p:ph type="body" idx="14"/>
          </p:nvPr>
        </p:nvSpPr>
        <p:spPr>
          <a:xfrm>
            <a:off x="2621800" y="3251425"/>
            <a:ext cx="1705800" cy="965100"/>
          </a:xfrm>
          <a:prstGeom prst="rect">
            <a:avLst/>
          </a:prstGeom>
        </p:spPr>
        <p:txBody>
          <a:bodyPr spcFirstLastPara="1" wrap="square" lIns="0" tIns="0" rIns="91425"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149" name="Google Shape;149;p10"/>
          <p:cNvSpPr>
            <a:spLocks noGrp="1"/>
          </p:cNvSpPr>
          <p:nvPr>
            <p:ph type="pic" idx="15"/>
          </p:nvPr>
        </p:nvSpPr>
        <p:spPr>
          <a:xfrm>
            <a:off x="4816900" y="1896600"/>
            <a:ext cx="665400" cy="685500"/>
          </a:xfrm>
          <a:prstGeom prst="roundRect">
            <a:avLst>
              <a:gd name="adj" fmla="val 17601"/>
            </a:avLst>
          </a:prstGeom>
          <a:noFill/>
          <a:ln>
            <a:noFill/>
          </a:ln>
        </p:spPr>
      </p:sp>
      <p:sp>
        <p:nvSpPr>
          <p:cNvPr id="150" name="Google Shape;150;p10"/>
          <p:cNvSpPr txBox="1">
            <a:spLocks noGrp="1"/>
          </p:cNvSpPr>
          <p:nvPr>
            <p:ph type="subTitle" idx="16"/>
          </p:nvPr>
        </p:nvSpPr>
        <p:spPr>
          <a:xfrm>
            <a:off x="4816900" y="2708808"/>
            <a:ext cx="1761900" cy="228600"/>
          </a:xfrm>
          <a:prstGeom prst="rect">
            <a:avLst/>
          </a:prstGeom>
        </p:spPr>
        <p:txBody>
          <a:bodyPr spcFirstLastPara="1" wrap="square" lIns="0" tIns="0" rIns="91425" bIns="0" anchor="b" anchorCtr="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151" name="Google Shape;151;p10"/>
          <p:cNvSpPr txBox="1">
            <a:spLocks noGrp="1"/>
          </p:cNvSpPr>
          <p:nvPr>
            <p:ph type="subTitle" idx="17"/>
          </p:nvPr>
        </p:nvSpPr>
        <p:spPr>
          <a:xfrm>
            <a:off x="4816900" y="2936076"/>
            <a:ext cx="1761900" cy="163800"/>
          </a:xfrm>
          <a:prstGeom prst="rect">
            <a:avLst/>
          </a:prstGeom>
        </p:spPr>
        <p:txBody>
          <a:bodyPr spcFirstLastPara="1" wrap="square" lIns="0" tIns="0" rIns="91425" bIns="0" anchor="t" anchorCtr="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152" name="Google Shape;152;p10"/>
          <p:cNvSpPr txBox="1">
            <a:spLocks noGrp="1"/>
          </p:cNvSpPr>
          <p:nvPr>
            <p:ph type="body" idx="18"/>
          </p:nvPr>
        </p:nvSpPr>
        <p:spPr>
          <a:xfrm>
            <a:off x="4817025" y="3251425"/>
            <a:ext cx="1761900" cy="965100"/>
          </a:xfrm>
          <a:prstGeom prst="rect">
            <a:avLst/>
          </a:prstGeom>
        </p:spPr>
        <p:txBody>
          <a:bodyPr spcFirstLastPara="1" wrap="square" lIns="0" tIns="0" rIns="91425"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153" name="Google Shape;153;p10"/>
          <p:cNvSpPr>
            <a:spLocks noGrp="1"/>
          </p:cNvSpPr>
          <p:nvPr>
            <p:ph type="pic" idx="19"/>
          </p:nvPr>
        </p:nvSpPr>
        <p:spPr>
          <a:xfrm>
            <a:off x="7012000" y="1896600"/>
            <a:ext cx="665400" cy="685500"/>
          </a:xfrm>
          <a:prstGeom prst="roundRect">
            <a:avLst>
              <a:gd name="adj" fmla="val 17601"/>
            </a:avLst>
          </a:prstGeom>
          <a:noFill/>
          <a:ln>
            <a:noFill/>
          </a:ln>
        </p:spPr>
      </p:sp>
      <p:sp>
        <p:nvSpPr>
          <p:cNvPr id="154" name="Google Shape;154;p10"/>
          <p:cNvSpPr txBox="1">
            <a:spLocks noGrp="1"/>
          </p:cNvSpPr>
          <p:nvPr>
            <p:ph type="subTitle" idx="20"/>
          </p:nvPr>
        </p:nvSpPr>
        <p:spPr>
          <a:xfrm>
            <a:off x="7012000" y="2708807"/>
            <a:ext cx="1761900" cy="228600"/>
          </a:xfrm>
          <a:prstGeom prst="rect">
            <a:avLst/>
          </a:prstGeom>
        </p:spPr>
        <p:txBody>
          <a:bodyPr spcFirstLastPara="1" wrap="square" lIns="0" tIns="0" rIns="91425" bIns="0" anchor="b" anchorCtr="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a:endParaRPr/>
          </a:p>
        </p:txBody>
      </p:sp>
      <p:sp>
        <p:nvSpPr>
          <p:cNvPr id="155" name="Google Shape;155;p10"/>
          <p:cNvSpPr txBox="1">
            <a:spLocks noGrp="1"/>
          </p:cNvSpPr>
          <p:nvPr>
            <p:ph type="subTitle" idx="21"/>
          </p:nvPr>
        </p:nvSpPr>
        <p:spPr>
          <a:xfrm>
            <a:off x="7012000" y="2936076"/>
            <a:ext cx="1761900" cy="163800"/>
          </a:xfrm>
          <a:prstGeom prst="rect">
            <a:avLst/>
          </a:prstGeom>
        </p:spPr>
        <p:txBody>
          <a:bodyPr spcFirstLastPara="1" wrap="square" lIns="0" tIns="0" rIns="91425" bIns="0" anchor="t" anchorCtr="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156" name="Google Shape;156;p10"/>
          <p:cNvSpPr txBox="1">
            <a:spLocks noGrp="1"/>
          </p:cNvSpPr>
          <p:nvPr>
            <p:ph type="body" idx="22"/>
          </p:nvPr>
        </p:nvSpPr>
        <p:spPr>
          <a:xfrm>
            <a:off x="7012000" y="3251425"/>
            <a:ext cx="1761900" cy="965100"/>
          </a:xfrm>
          <a:prstGeom prst="rect">
            <a:avLst/>
          </a:prstGeom>
        </p:spPr>
        <p:txBody>
          <a:bodyPr spcFirstLastPara="1" wrap="square" lIns="0" tIns="0" rIns="91425"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cxnSp>
        <p:nvCxnSpPr>
          <p:cNvPr id="157" name="Google Shape;157;p10"/>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158" name="Google Shape;158;p10"/>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59" name="Google Shape;159;p10"/>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hort big title and body">
  <p:cSld name="BLANK_1_1_1_1_1_1_1_1_1_1_2">
    <p:spTree>
      <p:nvGrpSpPr>
        <p:cNvPr id="1" name="Shape 160"/>
        <p:cNvGrpSpPr/>
        <p:nvPr/>
      </p:nvGrpSpPr>
      <p:grpSpPr>
        <a:xfrm>
          <a:off x="0" y="0"/>
          <a:ext cx="0" cy="0"/>
          <a:chOff x="0" y="0"/>
          <a:chExt cx="0" cy="0"/>
        </a:xfrm>
      </p:grpSpPr>
      <p:pic>
        <p:nvPicPr>
          <p:cNvPr id="161" name="Google Shape;161;p11" descr="Oval black shapes against a shadowy background. "/>
          <p:cNvPicPr preferRelativeResize="0"/>
          <p:nvPr/>
        </p:nvPicPr>
        <p:blipFill rotWithShape="1">
          <a:blip r:embed="rId2">
            <a:alphaModFix/>
          </a:blip>
          <a:srcRect l="17241" t="35" r="25039" b="42245"/>
          <a:stretch/>
        </p:blipFill>
        <p:spPr>
          <a:xfrm>
            <a:off x="0" y="-289"/>
            <a:ext cx="9144000" cy="5144100"/>
          </a:xfrm>
          <a:prstGeom prst="roundRect">
            <a:avLst>
              <a:gd name="adj" fmla="val 0"/>
            </a:avLst>
          </a:prstGeom>
          <a:noFill/>
          <a:ln w="9525" cap="flat" cmpd="sng">
            <a:solidFill>
              <a:schemeClr val="accent1"/>
            </a:solidFill>
            <a:prstDash val="solid"/>
            <a:round/>
            <a:headEnd type="none" w="sm" len="sm"/>
            <a:tailEnd type="none" w="sm" len="sm"/>
          </a:ln>
        </p:spPr>
      </p:pic>
      <p:sp>
        <p:nvSpPr>
          <p:cNvPr id="162" name="Google Shape;162;p11"/>
          <p:cNvSpPr txBox="1">
            <a:spLocks noGrp="1"/>
          </p:cNvSpPr>
          <p:nvPr>
            <p:ph type="subTitle" idx="1"/>
          </p:nvPr>
        </p:nvSpPr>
        <p:spPr>
          <a:xfrm>
            <a:off x="4314775" y="3818375"/>
            <a:ext cx="4230600" cy="452700"/>
          </a:xfrm>
          <a:prstGeom prst="rect">
            <a:avLst/>
          </a:prstGeom>
        </p:spPr>
        <p:txBody>
          <a:bodyPr spcFirstLastPara="1" wrap="square" lIns="0" tIns="0" rIns="0" bIns="0" anchor="b"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163" name="Google Shape;163;p11"/>
          <p:cNvSpPr txBox="1">
            <a:spLocks noGrp="1"/>
          </p:cNvSpPr>
          <p:nvPr>
            <p:ph type="subTitle" idx="2"/>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64" name="Google Shape;164;p11"/>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65" name="Google Shape;165;p11"/>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66" name="Google Shape;166;p11"/>
          <p:cNvSpPr txBox="1">
            <a:spLocks noGrp="1"/>
          </p:cNvSpPr>
          <p:nvPr>
            <p:ph type="title"/>
          </p:nvPr>
        </p:nvSpPr>
        <p:spPr>
          <a:xfrm>
            <a:off x="228600" y="290448"/>
            <a:ext cx="3655800" cy="2407500"/>
          </a:xfrm>
          <a:prstGeom prst="rect">
            <a:avLst/>
          </a:prstGeom>
        </p:spPr>
        <p:txBody>
          <a:bodyPr spcFirstLastPara="1" wrap="square" lIns="0" tIns="91425" rIns="91425" bIns="91425" anchor="t" anchorCtr="0">
            <a:spAutoFit/>
          </a:bodyPr>
          <a:lstStyle>
            <a:lvl1pPr lvl="0">
              <a:lnSpc>
                <a:spcPct val="85000"/>
              </a:lnSpc>
              <a:spcBef>
                <a:spcPts val="0"/>
              </a:spcBef>
              <a:spcAft>
                <a:spcPts val="0"/>
              </a:spcAft>
              <a:buNone/>
              <a:defRPr sz="4800">
                <a:solidFill>
                  <a:schemeClr val="dk2"/>
                </a:solidFill>
              </a:defRPr>
            </a:lvl1pPr>
            <a:lvl2pPr lvl="1">
              <a:lnSpc>
                <a:spcPct val="85000"/>
              </a:lnSpc>
              <a:spcBef>
                <a:spcPts val="0"/>
              </a:spcBef>
              <a:spcAft>
                <a:spcPts val="0"/>
              </a:spcAft>
              <a:buNone/>
              <a:defRPr sz="4800">
                <a:solidFill>
                  <a:schemeClr val="dk2"/>
                </a:solidFill>
              </a:defRPr>
            </a:lvl2pPr>
            <a:lvl3pPr lvl="2">
              <a:lnSpc>
                <a:spcPct val="85000"/>
              </a:lnSpc>
              <a:spcBef>
                <a:spcPts val="0"/>
              </a:spcBef>
              <a:spcAft>
                <a:spcPts val="0"/>
              </a:spcAft>
              <a:buNone/>
              <a:defRPr sz="4800">
                <a:solidFill>
                  <a:schemeClr val="dk2"/>
                </a:solidFill>
              </a:defRPr>
            </a:lvl3pPr>
            <a:lvl4pPr lvl="3">
              <a:lnSpc>
                <a:spcPct val="85000"/>
              </a:lnSpc>
              <a:spcBef>
                <a:spcPts val="0"/>
              </a:spcBef>
              <a:spcAft>
                <a:spcPts val="0"/>
              </a:spcAft>
              <a:buNone/>
              <a:defRPr sz="4800">
                <a:solidFill>
                  <a:schemeClr val="dk2"/>
                </a:solidFill>
              </a:defRPr>
            </a:lvl4pPr>
            <a:lvl5pPr lvl="4">
              <a:lnSpc>
                <a:spcPct val="85000"/>
              </a:lnSpc>
              <a:spcBef>
                <a:spcPts val="0"/>
              </a:spcBef>
              <a:spcAft>
                <a:spcPts val="0"/>
              </a:spcAft>
              <a:buNone/>
              <a:defRPr sz="4800">
                <a:solidFill>
                  <a:schemeClr val="dk2"/>
                </a:solidFill>
              </a:defRPr>
            </a:lvl5pPr>
            <a:lvl6pPr lvl="5">
              <a:lnSpc>
                <a:spcPct val="85000"/>
              </a:lnSpc>
              <a:spcBef>
                <a:spcPts val="0"/>
              </a:spcBef>
              <a:spcAft>
                <a:spcPts val="0"/>
              </a:spcAft>
              <a:buNone/>
              <a:defRPr sz="4800">
                <a:solidFill>
                  <a:schemeClr val="dk2"/>
                </a:solidFill>
              </a:defRPr>
            </a:lvl6pPr>
            <a:lvl7pPr lvl="6">
              <a:lnSpc>
                <a:spcPct val="85000"/>
              </a:lnSpc>
              <a:spcBef>
                <a:spcPts val="0"/>
              </a:spcBef>
              <a:spcAft>
                <a:spcPts val="0"/>
              </a:spcAft>
              <a:buNone/>
              <a:defRPr sz="4800">
                <a:solidFill>
                  <a:schemeClr val="dk2"/>
                </a:solidFill>
              </a:defRPr>
            </a:lvl7pPr>
            <a:lvl8pPr lvl="7">
              <a:lnSpc>
                <a:spcPct val="85000"/>
              </a:lnSpc>
              <a:spcBef>
                <a:spcPts val="0"/>
              </a:spcBef>
              <a:spcAft>
                <a:spcPts val="0"/>
              </a:spcAft>
              <a:buNone/>
              <a:defRPr sz="4800">
                <a:solidFill>
                  <a:schemeClr val="dk2"/>
                </a:solidFill>
              </a:defRPr>
            </a:lvl8pPr>
            <a:lvl9pPr lvl="8">
              <a:lnSpc>
                <a:spcPct val="85000"/>
              </a:lnSpc>
              <a:spcBef>
                <a:spcPts val="0"/>
              </a:spcBef>
              <a:spcAft>
                <a:spcPts val="0"/>
              </a:spcAft>
              <a:buNone/>
              <a:defRPr sz="4800">
                <a:solidFill>
                  <a:schemeClr val="dk2"/>
                </a:solidFill>
              </a:defRPr>
            </a:lvl9pPr>
          </a:lstStyle>
          <a:p>
            <a:endParaRPr/>
          </a:p>
        </p:txBody>
      </p:sp>
      <p:cxnSp>
        <p:nvCxnSpPr>
          <p:cNvPr id="167" name="Google Shape;167;p11"/>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cxnSp>
        <p:nvCxnSpPr>
          <p:cNvPr id="168" name="Google Shape;168;p11"/>
          <p:cNvCxnSpPr/>
          <p:nvPr/>
        </p:nvCxnSpPr>
        <p:spPr>
          <a:xfrm>
            <a:off x="4159025" y="226100"/>
            <a:ext cx="0" cy="4457700"/>
          </a:xfrm>
          <a:prstGeom prst="straightConnector1">
            <a:avLst/>
          </a:prstGeom>
          <a:noFill/>
          <a:ln w="9525" cap="flat" cmpd="sng">
            <a:solidFill>
              <a:schemeClr val="accent1"/>
            </a:solidFill>
            <a:prstDash val="solid"/>
            <a:round/>
            <a:headEnd type="none" w="med" len="med"/>
            <a:tailEnd type="none" w="med" len="med"/>
          </a:ln>
        </p:spPr>
      </p:cxnSp>
      <p:cxnSp>
        <p:nvCxnSpPr>
          <p:cNvPr id="169" name="Google Shape;169;p11"/>
          <p:cNvCxnSpPr/>
          <p:nvPr/>
        </p:nvCxnSpPr>
        <p:spPr>
          <a:xfrm>
            <a:off x="228600" y="226100"/>
            <a:ext cx="8687100" cy="0"/>
          </a:xfrm>
          <a:prstGeom prst="straightConnector1">
            <a:avLst/>
          </a:prstGeom>
          <a:noFill/>
          <a:ln w="9525" cap="flat" cmpd="sng">
            <a:solidFill>
              <a:schemeClr val="accent1"/>
            </a:solidFill>
            <a:prstDash val="solid"/>
            <a:round/>
            <a:headEnd type="none" w="med" len="med"/>
            <a:tailEnd type="none" w="med" len="med"/>
          </a:ln>
        </p:spPr>
      </p:cxnSp>
      <p:sp>
        <p:nvSpPr>
          <p:cNvPr id="170" name="Google Shape;170;p11"/>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71" name="Google Shape;171;p11"/>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body and image ALT 2">
  <p:cSld name="BLANK_1_1_1_1_1_1_1_1_1_1_1_1_2">
    <p:spTree>
      <p:nvGrpSpPr>
        <p:cNvPr id="1" name="Shape 172"/>
        <p:cNvGrpSpPr/>
        <p:nvPr/>
      </p:nvGrpSpPr>
      <p:grpSpPr>
        <a:xfrm>
          <a:off x="0" y="0"/>
          <a:ext cx="0" cy="0"/>
          <a:chOff x="0" y="0"/>
          <a:chExt cx="0" cy="0"/>
        </a:xfrm>
      </p:grpSpPr>
      <p:sp>
        <p:nvSpPr>
          <p:cNvPr id="173" name="Google Shape;173;p12"/>
          <p:cNvSpPr txBox="1">
            <a:spLocks noGrp="1"/>
          </p:cNvSpPr>
          <p:nvPr>
            <p:ph type="body" idx="1"/>
          </p:nvPr>
        </p:nvSpPr>
        <p:spPr>
          <a:xfrm>
            <a:off x="228600" y="1743625"/>
            <a:ext cx="4296600" cy="2709000"/>
          </a:xfrm>
          <a:prstGeom prst="rect">
            <a:avLst/>
          </a:prstGeom>
        </p:spPr>
        <p:txBody>
          <a:bodyPr spcFirstLastPara="1" wrap="square" lIns="0" tIns="91425" rIns="91425" bIns="91425" anchor="b" anchorCtr="0">
            <a:noAutofit/>
          </a:bodyPr>
          <a:lstStyle>
            <a:lvl1pPr marL="457200" lvl="0" indent="-317500">
              <a:spcBef>
                <a:spcPts val="0"/>
              </a:spcBef>
              <a:spcAft>
                <a:spcPts val="0"/>
              </a:spcAft>
              <a:buSzPts val="1400"/>
              <a:buChar char="●"/>
              <a:defRPr sz="1400"/>
            </a:lvl1pPr>
            <a:lvl2pPr marL="914400" lvl="1" indent="-317500">
              <a:spcBef>
                <a:spcPts val="800"/>
              </a:spcBef>
              <a:spcAft>
                <a:spcPts val="0"/>
              </a:spcAft>
              <a:buSzPts val="1400"/>
              <a:buChar char="○"/>
              <a:defRPr sz="1400"/>
            </a:lvl2pPr>
            <a:lvl3pPr marL="1371600" lvl="2" indent="-317500">
              <a:spcBef>
                <a:spcPts val="800"/>
              </a:spcBef>
              <a:spcAft>
                <a:spcPts val="0"/>
              </a:spcAft>
              <a:buSzPts val="1400"/>
              <a:buChar char="■"/>
              <a:defRPr sz="1400"/>
            </a:lvl3pPr>
            <a:lvl4pPr marL="1828800" lvl="3" indent="-317500">
              <a:spcBef>
                <a:spcPts val="800"/>
              </a:spcBef>
              <a:spcAft>
                <a:spcPts val="0"/>
              </a:spcAft>
              <a:buSzPts val="1400"/>
              <a:buChar char="●"/>
              <a:defRPr sz="1400"/>
            </a:lvl4pPr>
            <a:lvl5pPr marL="2286000" lvl="4" indent="-317500">
              <a:spcBef>
                <a:spcPts val="800"/>
              </a:spcBef>
              <a:spcAft>
                <a:spcPts val="0"/>
              </a:spcAft>
              <a:buSzPts val="1400"/>
              <a:buChar char="○"/>
              <a:defRPr sz="1400"/>
            </a:lvl5pPr>
            <a:lvl6pPr marL="2743200" lvl="5" indent="-317500">
              <a:spcBef>
                <a:spcPts val="800"/>
              </a:spcBef>
              <a:spcAft>
                <a:spcPts val="0"/>
              </a:spcAft>
              <a:buSzPts val="1400"/>
              <a:buChar char="■"/>
              <a:defRPr sz="1400"/>
            </a:lvl6pPr>
            <a:lvl7pPr marL="3200400" lvl="6" indent="-317500">
              <a:spcBef>
                <a:spcPts val="800"/>
              </a:spcBef>
              <a:spcAft>
                <a:spcPts val="0"/>
              </a:spcAft>
              <a:buSzPts val="1400"/>
              <a:buChar char="●"/>
              <a:defRPr sz="1400"/>
            </a:lvl7pPr>
            <a:lvl8pPr marL="3657600" lvl="7" indent="-317500">
              <a:spcBef>
                <a:spcPts val="800"/>
              </a:spcBef>
              <a:spcAft>
                <a:spcPts val="0"/>
              </a:spcAft>
              <a:buSzPts val="1400"/>
              <a:buChar char="○"/>
              <a:defRPr sz="1400"/>
            </a:lvl8pPr>
            <a:lvl9pPr marL="4114800" lvl="8" indent="-317500">
              <a:spcBef>
                <a:spcPts val="800"/>
              </a:spcBef>
              <a:spcAft>
                <a:spcPts val="800"/>
              </a:spcAft>
              <a:buSzPts val="1400"/>
              <a:buChar char="■"/>
              <a:defRPr sz="1400"/>
            </a:lvl9pPr>
          </a:lstStyle>
          <a:p>
            <a:endParaRPr/>
          </a:p>
        </p:txBody>
      </p:sp>
      <p:sp>
        <p:nvSpPr>
          <p:cNvPr id="174" name="Google Shape;174;p12"/>
          <p:cNvSpPr>
            <a:spLocks noGrp="1"/>
          </p:cNvSpPr>
          <p:nvPr>
            <p:ph type="pic" idx="2"/>
          </p:nvPr>
        </p:nvSpPr>
        <p:spPr>
          <a:xfrm>
            <a:off x="5342000" y="457200"/>
            <a:ext cx="3573300" cy="3995400"/>
          </a:xfrm>
          <a:prstGeom prst="roundRect">
            <a:avLst>
              <a:gd name="adj" fmla="val 6865"/>
            </a:avLst>
          </a:prstGeom>
          <a:noFill/>
          <a:ln>
            <a:noFill/>
          </a:ln>
        </p:spPr>
      </p:sp>
      <p:sp>
        <p:nvSpPr>
          <p:cNvPr id="175" name="Google Shape;175;p12"/>
          <p:cNvSpPr txBox="1">
            <a:spLocks noGrp="1"/>
          </p:cNvSpPr>
          <p:nvPr>
            <p:ph type="subTitle" idx="3"/>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76" name="Google Shape;176;p12"/>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77" name="Google Shape;177;p12"/>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78" name="Google Shape;178;p12"/>
          <p:cNvSpPr txBox="1">
            <a:spLocks noGrp="1"/>
          </p:cNvSpPr>
          <p:nvPr>
            <p:ph type="subTitle" idx="6"/>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a:endParaRPr/>
          </a:p>
        </p:txBody>
      </p:sp>
      <p:sp>
        <p:nvSpPr>
          <p:cNvPr id="179" name="Google Shape;179;p12"/>
          <p:cNvSpPr txBox="1">
            <a:spLocks noGrp="1"/>
          </p:cNvSpPr>
          <p:nvPr>
            <p:ph type="title"/>
          </p:nvPr>
        </p:nvSpPr>
        <p:spPr>
          <a:xfrm>
            <a:off x="228600" y="613525"/>
            <a:ext cx="4296600" cy="11628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cxnSp>
        <p:nvCxnSpPr>
          <p:cNvPr id="180" name="Google Shape;180;p12"/>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181" name="Google Shape;181;p12"/>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182" name="Google Shape;182;p12"/>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big cards">
  <p:cSld name="CUSTOM_1">
    <p:spTree>
      <p:nvGrpSpPr>
        <p:cNvPr id="1" name="Shape 183"/>
        <p:cNvGrpSpPr/>
        <p:nvPr/>
      </p:nvGrpSpPr>
      <p:grpSpPr>
        <a:xfrm>
          <a:off x="0" y="0"/>
          <a:ext cx="0" cy="0"/>
          <a:chOff x="0" y="0"/>
          <a:chExt cx="0" cy="0"/>
        </a:xfrm>
      </p:grpSpPr>
      <p:sp>
        <p:nvSpPr>
          <p:cNvPr id="184" name="Google Shape;184;p13"/>
          <p:cNvSpPr txBox="1">
            <a:spLocks noGrp="1"/>
          </p:cNvSpPr>
          <p:nvPr>
            <p:ph type="title"/>
          </p:nvPr>
        </p:nvSpPr>
        <p:spPr>
          <a:xfrm>
            <a:off x="3386700" y="489887"/>
            <a:ext cx="18621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Medium"/>
              <a:buNone/>
              <a:defRPr sz="1800">
                <a:solidFill>
                  <a:schemeClr val="accent3"/>
                </a:solidFill>
              </a:defRPr>
            </a:lvl2pPr>
            <a:lvl3pPr lvl="2">
              <a:spcBef>
                <a:spcPts val="0"/>
              </a:spcBef>
              <a:spcAft>
                <a:spcPts val="0"/>
              </a:spcAft>
              <a:buClr>
                <a:schemeClr val="accent3"/>
              </a:buClr>
              <a:buSzPts val="1800"/>
              <a:buFont typeface="Urbanist Medium"/>
              <a:buNone/>
              <a:defRPr sz="1800">
                <a:solidFill>
                  <a:schemeClr val="accent3"/>
                </a:solidFill>
              </a:defRPr>
            </a:lvl3pPr>
            <a:lvl4pPr lvl="3">
              <a:spcBef>
                <a:spcPts val="0"/>
              </a:spcBef>
              <a:spcAft>
                <a:spcPts val="0"/>
              </a:spcAft>
              <a:buClr>
                <a:schemeClr val="accent3"/>
              </a:buClr>
              <a:buSzPts val="1800"/>
              <a:buFont typeface="Urbanist Medium"/>
              <a:buNone/>
              <a:defRPr sz="1800">
                <a:solidFill>
                  <a:schemeClr val="accent3"/>
                </a:solidFill>
              </a:defRPr>
            </a:lvl4pPr>
            <a:lvl5pPr lvl="4">
              <a:spcBef>
                <a:spcPts val="0"/>
              </a:spcBef>
              <a:spcAft>
                <a:spcPts val="0"/>
              </a:spcAft>
              <a:buClr>
                <a:schemeClr val="accent3"/>
              </a:buClr>
              <a:buSzPts val="1800"/>
              <a:buFont typeface="Urbanist Medium"/>
              <a:buNone/>
              <a:defRPr sz="1800">
                <a:solidFill>
                  <a:schemeClr val="accent3"/>
                </a:solidFill>
              </a:defRPr>
            </a:lvl5pPr>
            <a:lvl6pPr lvl="5">
              <a:spcBef>
                <a:spcPts val="0"/>
              </a:spcBef>
              <a:spcAft>
                <a:spcPts val="0"/>
              </a:spcAft>
              <a:buClr>
                <a:schemeClr val="accent3"/>
              </a:buClr>
              <a:buSzPts val="1800"/>
              <a:buFont typeface="Urbanist Medium"/>
              <a:buNone/>
              <a:defRPr sz="1800">
                <a:solidFill>
                  <a:schemeClr val="accent3"/>
                </a:solidFill>
              </a:defRPr>
            </a:lvl6pPr>
            <a:lvl7pPr lvl="6">
              <a:spcBef>
                <a:spcPts val="0"/>
              </a:spcBef>
              <a:spcAft>
                <a:spcPts val="0"/>
              </a:spcAft>
              <a:buClr>
                <a:schemeClr val="accent3"/>
              </a:buClr>
              <a:buSzPts val="1800"/>
              <a:buFont typeface="Urbanist Medium"/>
              <a:buNone/>
              <a:defRPr sz="1800">
                <a:solidFill>
                  <a:schemeClr val="accent3"/>
                </a:solidFill>
              </a:defRPr>
            </a:lvl7pPr>
            <a:lvl8pPr lvl="7">
              <a:spcBef>
                <a:spcPts val="0"/>
              </a:spcBef>
              <a:spcAft>
                <a:spcPts val="0"/>
              </a:spcAft>
              <a:buClr>
                <a:schemeClr val="accent3"/>
              </a:buClr>
              <a:buSzPts val="1800"/>
              <a:buFont typeface="Urbanist Medium"/>
              <a:buNone/>
              <a:defRPr sz="1800">
                <a:solidFill>
                  <a:schemeClr val="accent3"/>
                </a:solidFill>
              </a:defRPr>
            </a:lvl8pPr>
            <a:lvl9pPr lvl="8">
              <a:spcBef>
                <a:spcPts val="0"/>
              </a:spcBef>
              <a:spcAft>
                <a:spcPts val="0"/>
              </a:spcAft>
              <a:buClr>
                <a:schemeClr val="accent3"/>
              </a:buClr>
              <a:buSzPts val="1800"/>
              <a:buFont typeface="Urbanist Medium"/>
              <a:buNone/>
              <a:defRPr sz="1800">
                <a:solidFill>
                  <a:schemeClr val="accent3"/>
                </a:solidFill>
              </a:defRPr>
            </a:lvl9pPr>
          </a:lstStyle>
          <a:p>
            <a:endParaRPr/>
          </a:p>
        </p:txBody>
      </p:sp>
      <p:sp>
        <p:nvSpPr>
          <p:cNvPr id="185" name="Google Shape;185;p13"/>
          <p:cNvSpPr txBox="1">
            <a:spLocks noGrp="1"/>
          </p:cNvSpPr>
          <p:nvPr>
            <p:ph type="subTitle" idx="1"/>
          </p:nvPr>
        </p:nvSpPr>
        <p:spPr>
          <a:xfrm>
            <a:off x="3386700" y="690369"/>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186" name="Google Shape;186;p13"/>
          <p:cNvSpPr txBox="1">
            <a:spLocks noGrp="1"/>
          </p:cNvSpPr>
          <p:nvPr>
            <p:ph type="subTitle" idx="2"/>
          </p:nvPr>
        </p:nvSpPr>
        <p:spPr>
          <a:xfrm>
            <a:off x="3386700" y="1070875"/>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187" name="Google Shape;187;p13"/>
          <p:cNvSpPr txBox="1">
            <a:spLocks noGrp="1"/>
          </p:cNvSpPr>
          <p:nvPr>
            <p:ph type="title" idx="3"/>
          </p:nvPr>
        </p:nvSpPr>
        <p:spPr>
          <a:xfrm>
            <a:off x="6307650" y="482616"/>
            <a:ext cx="18621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a:endParaRPr/>
          </a:p>
        </p:txBody>
      </p:sp>
      <p:sp>
        <p:nvSpPr>
          <p:cNvPr id="188" name="Google Shape;188;p13"/>
          <p:cNvSpPr txBox="1">
            <a:spLocks noGrp="1"/>
          </p:cNvSpPr>
          <p:nvPr>
            <p:ph type="subTitle" idx="4"/>
          </p:nvPr>
        </p:nvSpPr>
        <p:spPr>
          <a:xfrm>
            <a:off x="6307650" y="690369"/>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189" name="Google Shape;189;p13"/>
          <p:cNvSpPr txBox="1">
            <a:spLocks noGrp="1"/>
          </p:cNvSpPr>
          <p:nvPr>
            <p:ph type="subTitle" idx="5"/>
          </p:nvPr>
        </p:nvSpPr>
        <p:spPr>
          <a:xfrm>
            <a:off x="6307650" y="1070875"/>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190" name="Google Shape;190;p13"/>
          <p:cNvSpPr txBox="1">
            <a:spLocks noGrp="1"/>
          </p:cNvSpPr>
          <p:nvPr>
            <p:ph type="title" idx="6"/>
          </p:nvPr>
        </p:nvSpPr>
        <p:spPr>
          <a:xfrm>
            <a:off x="233850" y="228600"/>
            <a:ext cx="21900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3000"/>
              <a:buFont typeface="Urbanist"/>
              <a:buNone/>
              <a:defRPr>
                <a:solidFill>
                  <a:schemeClr val="dk2"/>
                </a:solidFill>
              </a:defRPr>
            </a:lvl2pPr>
            <a:lvl3pPr lvl="2">
              <a:spcBef>
                <a:spcPts val="0"/>
              </a:spcBef>
              <a:spcAft>
                <a:spcPts val="0"/>
              </a:spcAft>
              <a:buClr>
                <a:schemeClr val="dk2"/>
              </a:buClr>
              <a:buSzPts val="3000"/>
              <a:buFont typeface="Urbanist"/>
              <a:buNone/>
              <a:defRPr>
                <a:solidFill>
                  <a:schemeClr val="dk2"/>
                </a:solidFill>
              </a:defRPr>
            </a:lvl3pPr>
            <a:lvl4pPr lvl="3">
              <a:spcBef>
                <a:spcPts val="0"/>
              </a:spcBef>
              <a:spcAft>
                <a:spcPts val="0"/>
              </a:spcAft>
              <a:buClr>
                <a:schemeClr val="dk2"/>
              </a:buClr>
              <a:buSzPts val="3000"/>
              <a:buFont typeface="Urbanist"/>
              <a:buNone/>
              <a:defRPr>
                <a:solidFill>
                  <a:schemeClr val="dk2"/>
                </a:solidFill>
              </a:defRPr>
            </a:lvl4pPr>
            <a:lvl5pPr lvl="4">
              <a:spcBef>
                <a:spcPts val="0"/>
              </a:spcBef>
              <a:spcAft>
                <a:spcPts val="0"/>
              </a:spcAft>
              <a:buClr>
                <a:schemeClr val="dk2"/>
              </a:buClr>
              <a:buSzPts val="3000"/>
              <a:buFont typeface="Urbanist"/>
              <a:buNone/>
              <a:defRPr>
                <a:solidFill>
                  <a:schemeClr val="dk2"/>
                </a:solidFill>
              </a:defRPr>
            </a:lvl5pPr>
            <a:lvl6pPr lvl="5">
              <a:spcBef>
                <a:spcPts val="0"/>
              </a:spcBef>
              <a:spcAft>
                <a:spcPts val="0"/>
              </a:spcAft>
              <a:buClr>
                <a:schemeClr val="dk2"/>
              </a:buClr>
              <a:buSzPts val="3000"/>
              <a:buFont typeface="Urbanist"/>
              <a:buNone/>
              <a:defRPr>
                <a:solidFill>
                  <a:schemeClr val="dk2"/>
                </a:solidFill>
              </a:defRPr>
            </a:lvl6pPr>
            <a:lvl7pPr lvl="6">
              <a:spcBef>
                <a:spcPts val="0"/>
              </a:spcBef>
              <a:spcAft>
                <a:spcPts val="0"/>
              </a:spcAft>
              <a:buClr>
                <a:schemeClr val="dk2"/>
              </a:buClr>
              <a:buSzPts val="3000"/>
              <a:buFont typeface="Urbanist"/>
              <a:buNone/>
              <a:defRPr>
                <a:solidFill>
                  <a:schemeClr val="dk2"/>
                </a:solidFill>
              </a:defRPr>
            </a:lvl7pPr>
            <a:lvl8pPr lvl="7">
              <a:spcBef>
                <a:spcPts val="0"/>
              </a:spcBef>
              <a:spcAft>
                <a:spcPts val="0"/>
              </a:spcAft>
              <a:buClr>
                <a:schemeClr val="dk2"/>
              </a:buClr>
              <a:buSzPts val="3000"/>
              <a:buFont typeface="Urbanist"/>
              <a:buNone/>
              <a:defRPr>
                <a:solidFill>
                  <a:schemeClr val="dk2"/>
                </a:solidFill>
              </a:defRPr>
            </a:lvl8pPr>
            <a:lvl9pPr lvl="8">
              <a:spcBef>
                <a:spcPts val="0"/>
              </a:spcBef>
              <a:spcAft>
                <a:spcPts val="0"/>
              </a:spcAft>
              <a:buClr>
                <a:schemeClr val="dk2"/>
              </a:buClr>
              <a:buSzPts val="3000"/>
              <a:buFont typeface="Urbanist"/>
              <a:buNone/>
              <a:defRPr>
                <a:solidFill>
                  <a:schemeClr val="dk2"/>
                </a:solidFill>
              </a:defRPr>
            </a:lvl9pPr>
          </a:lstStyle>
          <a:p>
            <a:endParaRPr/>
          </a:p>
        </p:txBody>
      </p:sp>
      <p:sp>
        <p:nvSpPr>
          <p:cNvPr id="191" name="Google Shape;191;p13"/>
          <p:cNvSpPr txBox="1">
            <a:spLocks noGrp="1"/>
          </p:cNvSpPr>
          <p:nvPr>
            <p:ph type="subTitle" idx="7"/>
          </p:nvPr>
        </p:nvSpPr>
        <p:spPr>
          <a:xfrm>
            <a:off x="3482800" y="4057204"/>
            <a:ext cx="1076100" cy="168300"/>
          </a:xfrm>
          <a:prstGeom prst="rect">
            <a:avLst/>
          </a:prstGeom>
        </p:spPr>
        <p:txBody>
          <a:bodyPr spcFirstLastPara="1" wrap="square" lIns="0" tIns="0" rIns="91425" bIns="91425" anchor="t" anchorCtr="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a:endParaRPr/>
          </a:p>
        </p:txBody>
      </p:sp>
      <p:sp>
        <p:nvSpPr>
          <p:cNvPr id="192" name="Google Shape;192;p13"/>
          <p:cNvSpPr txBox="1">
            <a:spLocks noGrp="1"/>
          </p:cNvSpPr>
          <p:nvPr>
            <p:ph type="subTitle" idx="8"/>
          </p:nvPr>
        </p:nvSpPr>
        <p:spPr>
          <a:xfrm>
            <a:off x="6405300" y="4057079"/>
            <a:ext cx="1076100" cy="168300"/>
          </a:xfrm>
          <a:prstGeom prst="rect">
            <a:avLst/>
          </a:prstGeom>
        </p:spPr>
        <p:txBody>
          <a:bodyPr spcFirstLastPara="1" wrap="square" lIns="0" tIns="0" rIns="91425" bIns="91425" anchor="t" anchorCtr="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a:endParaRPr/>
          </a:p>
        </p:txBody>
      </p:sp>
      <p:sp>
        <p:nvSpPr>
          <p:cNvPr id="193" name="Google Shape;193;p13"/>
          <p:cNvSpPr txBox="1">
            <a:spLocks noGrp="1"/>
          </p:cNvSpPr>
          <p:nvPr>
            <p:ph type="subTitle" idx="9"/>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94" name="Google Shape;194;p13"/>
          <p:cNvSpPr txBox="1">
            <a:spLocks noGrp="1"/>
          </p:cNvSpPr>
          <p:nvPr>
            <p:ph type="subTitle" idx="1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195" name="Google Shape;195;p13"/>
          <p:cNvSpPr txBox="1">
            <a:spLocks noGrp="1"/>
          </p:cNvSpPr>
          <p:nvPr>
            <p:ph type="subTitle" idx="1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196" name="Google Shape;196;p13"/>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grpSp>
        <p:nvGrpSpPr>
          <p:cNvPr id="197" name="Google Shape;197;p13"/>
          <p:cNvGrpSpPr/>
          <p:nvPr/>
        </p:nvGrpSpPr>
        <p:grpSpPr>
          <a:xfrm rot="-5400000">
            <a:off x="4794488" y="4206993"/>
            <a:ext cx="141588" cy="73485"/>
            <a:chOff x="498725" y="2069800"/>
            <a:chExt cx="205200" cy="106500"/>
          </a:xfrm>
        </p:grpSpPr>
        <p:cxnSp>
          <p:nvCxnSpPr>
            <p:cNvPr id="198" name="Google Shape;198;p13"/>
            <p:cNvCxnSpPr/>
            <p:nvPr/>
          </p:nvCxnSpPr>
          <p:spPr>
            <a:xfrm rot="-5400000" flipH="1">
              <a:off x="498725" y="2069800"/>
              <a:ext cx="103500" cy="103500"/>
            </a:xfrm>
            <a:prstGeom prst="straightConnector1">
              <a:avLst/>
            </a:prstGeom>
            <a:noFill/>
            <a:ln w="9525" cap="flat" cmpd="sng">
              <a:solidFill>
                <a:schemeClr val="lt2"/>
              </a:solidFill>
              <a:prstDash val="solid"/>
              <a:round/>
              <a:headEnd type="none" w="med" len="med"/>
              <a:tailEnd type="none" w="med" len="med"/>
            </a:ln>
          </p:spPr>
        </p:cxnSp>
        <p:cxnSp>
          <p:nvCxnSpPr>
            <p:cNvPr id="199" name="Google Shape;199;p13"/>
            <p:cNvCxnSpPr/>
            <p:nvPr/>
          </p:nvCxnSpPr>
          <p:spPr>
            <a:xfrm rot="5400000">
              <a:off x="596825" y="2069200"/>
              <a:ext cx="106500" cy="107700"/>
            </a:xfrm>
            <a:prstGeom prst="straightConnector1">
              <a:avLst/>
            </a:prstGeom>
            <a:noFill/>
            <a:ln w="9525" cap="flat" cmpd="sng">
              <a:solidFill>
                <a:schemeClr val="lt2"/>
              </a:solidFill>
              <a:prstDash val="solid"/>
              <a:round/>
              <a:headEnd type="none" w="med" len="med"/>
              <a:tailEnd type="none" w="med" len="med"/>
            </a:ln>
          </p:spPr>
        </p:cxnSp>
      </p:grpSp>
      <p:sp>
        <p:nvSpPr>
          <p:cNvPr id="200" name="Google Shape;200;p13"/>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01" name="Google Shape;201;p13"/>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Four big cards">
  <p:cSld name="CUSTOM_1_1">
    <p:spTree>
      <p:nvGrpSpPr>
        <p:cNvPr id="1" name="Shape 202"/>
        <p:cNvGrpSpPr/>
        <p:nvPr/>
      </p:nvGrpSpPr>
      <p:grpSpPr>
        <a:xfrm>
          <a:off x="0" y="0"/>
          <a:ext cx="0" cy="0"/>
          <a:chOff x="0" y="0"/>
          <a:chExt cx="0" cy="0"/>
        </a:xfrm>
      </p:grpSpPr>
      <p:sp>
        <p:nvSpPr>
          <p:cNvPr id="203" name="Google Shape;203;p14"/>
          <p:cNvSpPr txBox="1">
            <a:spLocks noGrp="1"/>
          </p:cNvSpPr>
          <p:nvPr>
            <p:ph type="title"/>
          </p:nvPr>
        </p:nvSpPr>
        <p:spPr>
          <a:xfrm>
            <a:off x="233850" y="228600"/>
            <a:ext cx="21900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Urbanist"/>
              <a:buNone/>
              <a:defRPr sz="1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a:endParaRPr/>
          </a:p>
        </p:txBody>
      </p:sp>
      <p:sp>
        <p:nvSpPr>
          <p:cNvPr id="204" name="Google Shape;204;p14"/>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05" name="Google Shape;205;p14"/>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06" name="Google Shape;206;p14"/>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207" name="Google Shape;207;p14"/>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08" name="Google Shape;208;p14"/>
          <p:cNvSpPr txBox="1">
            <a:spLocks noGrp="1"/>
          </p:cNvSpPr>
          <p:nvPr>
            <p:ph type="title" idx="4"/>
          </p:nvPr>
        </p:nvSpPr>
        <p:spPr>
          <a:xfrm>
            <a:off x="3379125" y="491100"/>
            <a:ext cx="14613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a:endParaRPr/>
          </a:p>
        </p:txBody>
      </p:sp>
      <p:sp>
        <p:nvSpPr>
          <p:cNvPr id="209" name="Google Shape;209;p14"/>
          <p:cNvSpPr txBox="1">
            <a:spLocks noGrp="1"/>
          </p:cNvSpPr>
          <p:nvPr>
            <p:ph type="subTitle" idx="5"/>
          </p:nvPr>
        </p:nvSpPr>
        <p:spPr>
          <a:xfrm>
            <a:off x="3379125" y="691577"/>
            <a:ext cx="15495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210" name="Google Shape;210;p14"/>
          <p:cNvSpPr txBox="1">
            <a:spLocks noGrp="1"/>
          </p:cNvSpPr>
          <p:nvPr>
            <p:ph type="subTitle" idx="6"/>
          </p:nvPr>
        </p:nvSpPr>
        <p:spPr>
          <a:xfrm>
            <a:off x="3379123" y="1072077"/>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211" name="Google Shape;211;p14"/>
          <p:cNvSpPr txBox="1">
            <a:spLocks noGrp="1"/>
          </p:cNvSpPr>
          <p:nvPr>
            <p:ph type="title" idx="7"/>
          </p:nvPr>
        </p:nvSpPr>
        <p:spPr>
          <a:xfrm>
            <a:off x="6318039" y="491100"/>
            <a:ext cx="14613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a:endParaRPr/>
          </a:p>
        </p:txBody>
      </p:sp>
      <p:sp>
        <p:nvSpPr>
          <p:cNvPr id="212" name="Google Shape;212;p14"/>
          <p:cNvSpPr txBox="1">
            <a:spLocks noGrp="1"/>
          </p:cNvSpPr>
          <p:nvPr>
            <p:ph type="subTitle" idx="8"/>
          </p:nvPr>
        </p:nvSpPr>
        <p:spPr>
          <a:xfrm>
            <a:off x="6318039" y="691577"/>
            <a:ext cx="15495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213" name="Google Shape;213;p14"/>
          <p:cNvSpPr txBox="1">
            <a:spLocks noGrp="1"/>
          </p:cNvSpPr>
          <p:nvPr>
            <p:ph type="subTitle" idx="9"/>
          </p:nvPr>
        </p:nvSpPr>
        <p:spPr>
          <a:xfrm>
            <a:off x="6318036" y="1072077"/>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214" name="Google Shape;214;p14"/>
          <p:cNvSpPr txBox="1">
            <a:spLocks noGrp="1"/>
          </p:cNvSpPr>
          <p:nvPr>
            <p:ph type="title" idx="13"/>
          </p:nvPr>
        </p:nvSpPr>
        <p:spPr>
          <a:xfrm>
            <a:off x="6318039" y="2655740"/>
            <a:ext cx="14613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a:endParaRPr/>
          </a:p>
        </p:txBody>
      </p:sp>
      <p:sp>
        <p:nvSpPr>
          <p:cNvPr id="215" name="Google Shape;215;p14"/>
          <p:cNvSpPr txBox="1">
            <a:spLocks noGrp="1"/>
          </p:cNvSpPr>
          <p:nvPr>
            <p:ph type="subTitle" idx="14"/>
          </p:nvPr>
        </p:nvSpPr>
        <p:spPr>
          <a:xfrm>
            <a:off x="6318039" y="2856216"/>
            <a:ext cx="15495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216" name="Google Shape;216;p14"/>
          <p:cNvSpPr txBox="1">
            <a:spLocks noGrp="1"/>
          </p:cNvSpPr>
          <p:nvPr>
            <p:ph type="subTitle" idx="15"/>
          </p:nvPr>
        </p:nvSpPr>
        <p:spPr>
          <a:xfrm>
            <a:off x="6318036" y="3236717"/>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217" name="Google Shape;217;p14"/>
          <p:cNvSpPr txBox="1">
            <a:spLocks noGrp="1"/>
          </p:cNvSpPr>
          <p:nvPr>
            <p:ph type="title" idx="16"/>
          </p:nvPr>
        </p:nvSpPr>
        <p:spPr>
          <a:xfrm>
            <a:off x="3379125" y="2655740"/>
            <a:ext cx="14613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a:endParaRPr/>
          </a:p>
        </p:txBody>
      </p:sp>
      <p:sp>
        <p:nvSpPr>
          <p:cNvPr id="218" name="Google Shape;218;p14"/>
          <p:cNvSpPr txBox="1">
            <a:spLocks noGrp="1"/>
          </p:cNvSpPr>
          <p:nvPr>
            <p:ph type="subTitle" idx="17"/>
          </p:nvPr>
        </p:nvSpPr>
        <p:spPr>
          <a:xfrm>
            <a:off x="3379125" y="2856216"/>
            <a:ext cx="15495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a:endParaRPr/>
          </a:p>
        </p:txBody>
      </p:sp>
      <p:sp>
        <p:nvSpPr>
          <p:cNvPr id="219" name="Google Shape;219;p14"/>
          <p:cNvSpPr txBox="1">
            <a:spLocks noGrp="1"/>
          </p:cNvSpPr>
          <p:nvPr>
            <p:ph type="subTitle" idx="18"/>
          </p:nvPr>
        </p:nvSpPr>
        <p:spPr>
          <a:xfrm>
            <a:off x="3379123" y="3236717"/>
            <a:ext cx="2444700" cy="8181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a:endParaRPr/>
          </a:p>
        </p:txBody>
      </p:sp>
      <p:sp>
        <p:nvSpPr>
          <p:cNvPr id="220" name="Google Shape;220;p14"/>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21" name="Google Shape;221;p14"/>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meline">
  <p:cSld name="CUSTOM_7_1_1_1_1_1_1_1_1_1_1_1_1_1_1_1_1_1">
    <p:spTree>
      <p:nvGrpSpPr>
        <p:cNvPr id="1" name="Shape 222"/>
        <p:cNvGrpSpPr/>
        <p:nvPr/>
      </p:nvGrpSpPr>
      <p:grpSpPr>
        <a:xfrm>
          <a:off x="0" y="0"/>
          <a:ext cx="0" cy="0"/>
          <a:chOff x="0" y="0"/>
          <a:chExt cx="0" cy="0"/>
        </a:xfrm>
      </p:grpSpPr>
      <p:pic>
        <p:nvPicPr>
          <p:cNvPr id="223" name="Google Shape;223;p15"/>
          <p:cNvPicPr preferRelativeResize="0"/>
          <p:nvPr/>
        </p:nvPicPr>
        <p:blipFill rotWithShape="1">
          <a:blip r:embed="rId2">
            <a:alphaModFix/>
          </a:blip>
          <a:srcRect r="15469" b="14588"/>
          <a:stretch/>
        </p:blipFill>
        <p:spPr>
          <a:xfrm flipH="1">
            <a:off x="4571999" y="2061075"/>
            <a:ext cx="4572001" cy="3082424"/>
          </a:xfrm>
          <a:prstGeom prst="rect">
            <a:avLst/>
          </a:prstGeom>
          <a:noFill/>
          <a:ln>
            <a:noFill/>
          </a:ln>
        </p:spPr>
      </p:pic>
      <p:cxnSp>
        <p:nvCxnSpPr>
          <p:cNvPr id="224" name="Google Shape;224;p15"/>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25" name="Google Shape;225;p15"/>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26" name="Google Shape;226;p15"/>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27" name="Google Shape;227;p15"/>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28" name="Google Shape;228;p15"/>
          <p:cNvSpPr txBox="1">
            <a:spLocks noGrp="1"/>
          </p:cNvSpPr>
          <p:nvPr>
            <p:ph type="subTitle" idx="4"/>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a:endParaRPr/>
          </a:p>
        </p:txBody>
      </p:sp>
      <p:sp>
        <p:nvSpPr>
          <p:cNvPr id="229" name="Google Shape;229;p15"/>
          <p:cNvSpPr txBox="1">
            <a:spLocks noGrp="1"/>
          </p:cNvSpPr>
          <p:nvPr>
            <p:ph type="title"/>
          </p:nvPr>
        </p:nvSpPr>
        <p:spPr>
          <a:xfrm>
            <a:off x="355225" y="1775475"/>
            <a:ext cx="1862100" cy="293100"/>
          </a:xfrm>
          <a:prstGeom prst="rect">
            <a:avLst/>
          </a:prstGeom>
        </p:spPr>
        <p:txBody>
          <a:bodyPr spcFirstLastPara="1" wrap="square" lIns="0" tIns="0" rIns="91425" bIns="91425" anchor="b" anchorCtr="0">
            <a:noAutofit/>
          </a:bodyPr>
          <a:lstStyle>
            <a:lvl1pPr lvl="0">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a:endParaRPr/>
          </a:p>
        </p:txBody>
      </p:sp>
      <p:sp>
        <p:nvSpPr>
          <p:cNvPr id="230" name="Google Shape;230;p15"/>
          <p:cNvSpPr txBox="1">
            <a:spLocks noGrp="1"/>
          </p:cNvSpPr>
          <p:nvPr>
            <p:ph type="subTitle" idx="5"/>
          </p:nvPr>
        </p:nvSpPr>
        <p:spPr>
          <a:xfrm>
            <a:off x="355225" y="2161825"/>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a:endParaRPr/>
          </a:p>
        </p:txBody>
      </p:sp>
      <p:sp>
        <p:nvSpPr>
          <p:cNvPr id="231" name="Google Shape;231;p15"/>
          <p:cNvSpPr txBox="1">
            <a:spLocks noGrp="1"/>
          </p:cNvSpPr>
          <p:nvPr>
            <p:ph type="body" idx="6"/>
          </p:nvPr>
        </p:nvSpPr>
        <p:spPr>
          <a:xfrm>
            <a:off x="355225" y="2465025"/>
            <a:ext cx="1826700" cy="477900"/>
          </a:xfrm>
          <a:prstGeom prst="rect">
            <a:avLst/>
          </a:prstGeom>
        </p:spPr>
        <p:txBody>
          <a:bodyPr spcFirstLastPara="1" wrap="square" lIns="0" tIns="0" rIns="91425" bIns="91425" anchor="t" anchorCtr="0">
            <a:noAutofit/>
          </a:bodyPr>
          <a:lstStyle>
            <a:lvl1pPr marL="457200" lvl="0" indent="-279400">
              <a:spcBef>
                <a:spcPts val="0"/>
              </a:spcBef>
              <a:spcAft>
                <a:spcPts val="0"/>
              </a:spcAft>
              <a:buClr>
                <a:schemeClr val="dk2"/>
              </a:buClr>
              <a:buSzPts val="800"/>
              <a:buFont typeface="Urbanist"/>
              <a:buChar char="●"/>
              <a:defRPr sz="800">
                <a:solidFill>
                  <a:schemeClr val="dk2"/>
                </a:solidFill>
              </a:defRPr>
            </a:lvl1pPr>
            <a:lvl2pPr marL="914400" lvl="1" indent="-279400">
              <a:spcBef>
                <a:spcPts val="0"/>
              </a:spcBef>
              <a:spcAft>
                <a:spcPts val="0"/>
              </a:spcAft>
              <a:buClr>
                <a:schemeClr val="dk2"/>
              </a:buClr>
              <a:buSzPts val="800"/>
              <a:buFont typeface="Urbanist"/>
              <a:buChar char="○"/>
              <a:defRPr sz="800">
                <a:solidFill>
                  <a:schemeClr val="dk2"/>
                </a:solidFill>
              </a:defRPr>
            </a:lvl2pPr>
            <a:lvl3pPr marL="1371600" lvl="2" indent="-279400">
              <a:spcBef>
                <a:spcPts val="0"/>
              </a:spcBef>
              <a:spcAft>
                <a:spcPts val="0"/>
              </a:spcAft>
              <a:buClr>
                <a:schemeClr val="dk2"/>
              </a:buClr>
              <a:buSzPts val="800"/>
              <a:buFont typeface="Urbanist"/>
              <a:buChar char="■"/>
              <a:defRPr sz="800">
                <a:solidFill>
                  <a:schemeClr val="dk2"/>
                </a:solidFill>
              </a:defRPr>
            </a:lvl3pPr>
            <a:lvl4pPr marL="1828800" lvl="3" indent="-279400">
              <a:spcBef>
                <a:spcPts val="0"/>
              </a:spcBef>
              <a:spcAft>
                <a:spcPts val="0"/>
              </a:spcAft>
              <a:buClr>
                <a:schemeClr val="dk2"/>
              </a:buClr>
              <a:buSzPts val="800"/>
              <a:buFont typeface="Urbanist"/>
              <a:buChar char="●"/>
              <a:defRPr sz="800">
                <a:solidFill>
                  <a:schemeClr val="dk2"/>
                </a:solidFill>
              </a:defRPr>
            </a:lvl4pPr>
            <a:lvl5pPr marL="2286000" lvl="4" indent="-279400">
              <a:spcBef>
                <a:spcPts val="0"/>
              </a:spcBef>
              <a:spcAft>
                <a:spcPts val="0"/>
              </a:spcAft>
              <a:buClr>
                <a:schemeClr val="dk2"/>
              </a:buClr>
              <a:buSzPts val="800"/>
              <a:buFont typeface="Urbanist"/>
              <a:buChar char="○"/>
              <a:defRPr sz="800">
                <a:solidFill>
                  <a:schemeClr val="dk2"/>
                </a:solidFill>
              </a:defRPr>
            </a:lvl5pPr>
            <a:lvl6pPr marL="2743200" lvl="5" indent="-279400">
              <a:spcBef>
                <a:spcPts val="0"/>
              </a:spcBef>
              <a:spcAft>
                <a:spcPts val="0"/>
              </a:spcAft>
              <a:buClr>
                <a:schemeClr val="dk2"/>
              </a:buClr>
              <a:buSzPts val="800"/>
              <a:buFont typeface="Urbanist"/>
              <a:buChar char="■"/>
              <a:defRPr sz="800">
                <a:solidFill>
                  <a:schemeClr val="dk2"/>
                </a:solidFill>
              </a:defRPr>
            </a:lvl6pPr>
            <a:lvl7pPr marL="3200400" lvl="6" indent="-279400">
              <a:spcBef>
                <a:spcPts val="0"/>
              </a:spcBef>
              <a:spcAft>
                <a:spcPts val="0"/>
              </a:spcAft>
              <a:buClr>
                <a:schemeClr val="dk2"/>
              </a:buClr>
              <a:buSzPts val="800"/>
              <a:buFont typeface="Urbanist"/>
              <a:buChar char="●"/>
              <a:defRPr sz="800">
                <a:solidFill>
                  <a:schemeClr val="dk2"/>
                </a:solidFill>
              </a:defRPr>
            </a:lvl7pPr>
            <a:lvl8pPr marL="3657600" lvl="7" indent="-279400">
              <a:spcBef>
                <a:spcPts val="0"/>
              </a:spcBef>
              <a:spcAft>
                <a:spcPts val="0"/>
              </a:spcAft>
              <a:buClr>
                <a:schemeClr val="dk2"/>
              </a:buClr>
              <a:buSzPts val="800"/>
              <a:buFont typeface="Urbanist"/>
              <a:buChar char="○"/>
              <a:defRPr sz="800">
                <a:solidFill>
                  <a:schemeClr val="dk2"/>
                </a:solidFill>
              </a:defRPr>
            </a:lvl8pPr>
            <a:lvl9pPr marL="4114800" lvl="8" indent="-279400">
              <a:spcBef>
                <a:spcPts val="0"/>
              </a:spcBef>
              <a:spcAft>
                <a:spcPts val="0"/>
              </a:spcAft>
              <a:buClr>
                <a:schemeClr val="dk2"/>
              </a:buClr>
              <a:buSzPts val="800"/>
              <a:buFont typeface="Urbanist"/>
              <a:buChar char="■"/>
              <a:defRPr sz="800">
                <a:solidFill>
                  <a:schemeClr val="dk2"/>
                </a:solidFill>
              </a:defRPr>
            </a:lvl9pPr>
          </a:lstStyle>
          <a:p>
            <a:endParaRPr/>
          </a:p>
        </p:txBody>
      </p:sp>
      <p:sp>
        <p:nvSpPr>
          <p:cNvPr id="232" name="Google Shape;232;p15"/>
          <p:cNvSpPr txBox="1">
            <a:spLocks noGrp="1"/>
          </p:cNvSpPr>
          <p:nvPr>
            <p:ph type="title" idx="7"/>
          </p:nvPr>
        </p:nvSpPr>
        <p:spPr>
          <a:xfrm>
            <a:off x="2543875" y="1775475"/>
            <a:ext cx="1862100" cy="293100"/>
          </a:xfrm>
          <a:prstGeom prst="rect">
            <a:avLst/>
          </a:prstGeom>
        </p:spPr>
        <p:txBody>
          <a:bodyPr spcFirstLastPara="1" wrap="square" lIns="0" tIns="0" rIns="91425" bIns="91425" anchor="b" anchorCtr="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a:endParaRPr/>
          </a:p>
        </p:txBody>
      </p:sp>
      <p:sp>
        <p:nvSpPr>
          <p:cNvPr id="233" name="Google Shape;233;p15"/>
          <p:cNvSpPr txBox="1">
            <a:spLocks noGrp="1"/>
          </p:cNvSpPr>
          <p:nvPr>
            <p:ph type="subTitle" idx="8"/>
          </p:nvPr>
        </p:nvSpPr>
        <p:spPr>
          <a:xfrm>
            <a:off x="2543875" y="2161825"/>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a:endParaRPr/>
          </a:p>
        </p:txBody>
      </p:sp>
      <p:sp>
        <p:nvSpPr>
          <p:cNvPr id="234" name="Google Shape;234;p15"/>
          <p:cNvSpPr txBox="1">
            <a:spLocks noGrp="1"/>
          </p:cNvSpPr>
          <p:nvPr>
            <p:ph type="body" idx="9"/>
          </p:nvPr>
        </p:nvSpPr>
        <p:spPr>
          <a:xfrm>
            <a:off x="2543875" y="2465025"/>
            <a:ext cx="1826700" cy="477900"/>
          </a:xfrm>
          <a:prstGeom prst="rect">
            <a:avLst/>
          </a:prstGeom>
        </p:spPr>
        <p:txBody>
          <a:bodyPr spcFirstLastPara="1" wrap="square" lIns="0" tIns="0" rIns="91425" bIns="91425" anchor="t" anchorCtr="0">
            <a:noAutofit/>
          </a:bodyPr>
          <a:lstStyle>
            <a:lvl1pPr marL="457200" lvl="0" indent="-279400">
              <a:spcBef>
                <a:spcPts val="0"/>
              </a:spcBef>
              <a:spcAft>
                <a:spcPts val="0"/>
              </a:spcAft>
              <a:buClr>
                <a:schemeClr val="dk2"/>
              </a:buClr>
              <a:buSzPts val="800"/>
              <a:buFont typeface="Urbanist"/>
              <a:buChar char="●"/>
              <a:defRPr sz="800">
                <a:solidFill>
                  <a:schemeClr val="dk2"/>
                </a:solidFill>
              </a:defRPr>
            </a:lvl1pPr>
            <a:lvl2pPr marL="914400" lvl="1" indent="-279400">
              <a:spcBef>
                <a:spcPts val="0"/>
              </a:spcBef>
              <a:spcAft>
                <a:spcPts val="0"/>
              </a:spcAft>
              <a:buClr>
                <a:schemeClr val="dk2"/>
              </a:buClr>
              <a:buSzPts val="800"/>
              <a:buFont typeface="Urbanist"/>
              <a:buChar char="○"/>
              <a:defRPr sz="800">
                <a:solidFill>
                  <a:schemeClr val="dk2"/>
                </a:solidFill>
              </a:defRPr>
            </a:lvl2pPr>
            <a:lvl3pPr marL="1371600" lvl="2" indent="-279400">
              <a:spcBef>
                <a:spcPts val="0"/>
              </a:spcBef>
              <a:spcAft>
                <a:spcPts val="0"/>
              </a:spcAft>
              <a:buClr>
                <a:schemeClr val="dk2"/>
              </a:buClr>
              <a:buSzPts val="800"/>
              <a:buFont typeface="Urbanist"/>
              <a:buChar char="■"/>
              <a:defRPr sz="800">
                <a:solidFill>
                  <a:schemeClr val="dk2"/>
                </a:solidFill>
              </a:defRPr>
            </a:lvl3pPr>
            <a:lvl4pPr marL="1828800" lvl="3" indent="-279400">
              <a:spcBef>
                <a:spcPts val="0"/>
              </a:spcBef>
              <a:spcAft>
                <a:spcPts val="0"/>
              </a:spcAft>
              <a:buClr>
                <a:schemeClr val="dk2"/>
              </a:buClr>
              <a:buSzPts val="800"/>
              <a:buFont typeface="Urbanist"/>
              <a:buChar char="●"/>
              <a:defRPr sz="800">
                <a:solidFill>
                  <a:schemeClr val="dk2"/>
                </a:solidFill>
              </a:defRPr>
            </a:lvl4pPr>
            <a:lvl5pPr marL="2286000" lvl="4" indent="-279400">
              <a:spcBef>
                <a:spcPts val="0"/>
              </a:spcBef>
              <a:spcAft>
                <a:spcPts val="0"/>
              </a:spcAft>
              <a:buClr>
                <a:schemeClr val="dk2"/>
              </a:buClr>
              <a:buSzPts val="800"/>
              <a:buFont typeface="Urbanist"/>
              <a:buChar char="○"/>
              <a:defRPr sz="800">
                <a:solidFill>
                  <a:schemeClr val="dk2"/>
                </a:solidFill>
              </a:defRPr>
            </a:lvl5pPr>
            <a:lvl6pPr marL="2743200" lvl="5" indent="-279400">
              <a:spcBef>
                <a:spcPts val="0"/>
              </a:spcBef>
              <a:spcAft>
                <a:spcPts val="0"/>
              </a:spcAft>
              <a:buClr>
                <a:schemeClr val="dk2"/>
              </a:buClr>
              <a:buSzPts val="800"/>
              <a:buFont typeface="Urbanist"/>
              <a:buChar char="■"/>
              <a:defRPr sz="800">
                <a:solidFill>
                  <a:schemeClr val="dk2"/>
                </a:solidFill>
              </a:defRPr>
            </a:lvl6pPr>
            <a:lvl7pPr marL="3200400" lvl="6" indent="-279400">
              <a:spcBef>
                <a:spcPts val="0"/>
              </a:spcBef>
              <a:spcAft>
                <a:spcPts val="0"/>
              </a:spcAft>
              <a:buClr>
                <a:schemeClr val="dk2"/>
              </a:buClr>
              <a:buSzPts val="800"/>
              <a:buFont typeface="Urbanist"/>
              <a:buChar char="●"/>
              <a:defRPr sz="800">
                <a:solidFill>
                  <a:schemeClr val="dk2"/>
                </a:solidFill>
              </a:defRPr>
            </a:lvl7pPr>
            <a:lvl8pPr marL="3657600" lvl="7" indent="-279400">
              <a:spcBef>
                <a:spcPts val="0"/>
              </a:spcBef>
              <a:spcAft>
                <a:spcPts val="0"/>
              </a:spcAft>
              <a:buClr>
                <a:schemeClr val="dk2"/>
              </a:buClr>
              <a:buSzPts val="800"/>
              <a:buFont typeface="Urbanist"/>
              <a:buChar char="○"/>
              <a:defRPr sz="800">
                <a:solidFill>
                  <a:schemeClr val="dk2"/>
                </a:solidFill>
              </a:defRPr>
            </a:lvl8pPr>
            <a:lvl9pPr marL="4114800" lvl="8" indent="-279400">
              <a:spcBef>
                <a:spcPts val="0"/>
              </a:spcBef>
              <a:spcAft>
                <a:spcPts val="0"/>
              </a:spcAft>
              <a:buClr>
                <a:schemeClr val="dk2"/>
              </a:buClr>
              <a:buSzPts val="800"/>
              <a:buFont typeface="Urbanist"/>
              <a:buChar char="■"/>
              <a:defRPr sz="800">
                <a:solidFill>
                  <a:schemeClr val="dk2"/>
                </a:solidFill>
              </a:defRPr>
            </a:lvl9pPr>
          </a:lstStyle>
          <a:p>
            <a:endParaRPr/>
          </a:p>
        </p:txBody>
      </p:sp>
      <p:sp>
        <p:nvSpPr>
          <p:cNvPr id="235" name="Google Shape;235;p15"/>
          <p:cNvSpPr txBox="1">
            <a:spLocks noGrp="1"/>
          </p:cNvSpPr>
          <p:nvPr>
            <p:ph type="title" idx="13"/>
          </p:nvPr>
        </p:nvSpPr>
        <p:spPr>
          <a:xfrm>
            <a:off x="4745500" y="1775475"/>
            <a:ext cx="1862100" cy="293100"/>
          </a:xfrm>
          <a:prstGeom prst="rect">
            <a:avLst/>
          </a:prstGeom>
        </p:spPr>
        <p:txBody>
          <a:bodyPr spcFirstLastPara="1" wrap="square" lIns="0" tIns="0" rIns="91425" bIns="91425" anchor="b" anchorCtr="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a:endParaRPr/>
          </a:p>
        </p:txBody>
      </p:sp>
      <p:sp>
        <p:nvSpPr>
          <p:cNvPr id="236" name="Google Shape;236;p15"/>
          <p:cNvSpPr txBox="1">
            <a:spLocks noGrp="1"/>
          </p:cNvSpPr>
          <p:nvPr>
            <p:ph type="subTitle" idx="14"/>
          </p:nvPr>
        </p:nvSpPr>
        <p:spPr>
          <a:xfrm>
            <a:off x="4745500" y="2161825"/>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a:endParaRPr/>
          </a:p>
        </p:txBody>
      </p:sp>
      <p:sp>
        <p:nvSpPr>
          <p:cNvPr id="237" name="Google Shape;237;p15"/>
          <p:cNvSpPr txBox="1">
            <a:spLocks noGrp="1"/>
          </p:cNvSpPr>
          <p:nvPr>
            <p:ph type="body" idx="15"/>
          </p:nvPr>
        </p:nvSpPr>
        <p:spPr>
          <a:xfrm>
            <a:off x="4745400" y="2465025"/>
            <a:ext cx="1826700" cy="477900"/>
          </a:xfrm>
          <a:prstGeom prst="rect">
            <a:avLst/>
          </a:prstGeom>
        </p:spPr>
        <p:txBody>
          <a:bodyPr spcFirstLastPara="1" wrap="square" lIns="0" tIns="0" rIns="91425" bIns="91425" anchor="t" anchorCtr="0">
            <a:noAutofit/>
          </a:bodyPr>
          <a:lstStyle>
            <a:lvl1pPr marL="457200" lvl="0" indent="-279400">
              <a:spcBef>
                <a:spcPts val="0"/>
              </a:spcBef>
              <a:spcAft>
                <a:spcPts val="0"/>
              </a:spcAft>
              <a:buClr>
                <a:schemeClr val="dk2"/>
              </a:buClr>
              <a:buSzPts val="800"/>
              <a:buFont typeface="Urbanist"/>
              <a:buChar char="●"/>
              <a:defRPr sz="800">
                <a:solidFill>
                  <a:schemeClr val="dk2"/>
                </a:solidFill>
              </a:defRPr>
            </a:lvl1pPr>
            <a:lvl2pPr marL="914400" lvl="1" indent="-279400">
              <a:spcBef>
                <a:spcPts val="0"/>
              </a:spcBef>
              <a:spcAft>
                <a:spcPts val="0"/>
              </a:spcAft>
              <a:buClr>
                <a:schemeClr val="dk2"/>
              </a:buClr>
              <a:buSzPts val="800"/>
              <a:buFont typeface="Urbanist"/>
              <a:buChar char="○"/>
              <a:defRPr sz="800">
                <a:solidFill>
                  <a:schemeClr val="dk2"/>
                </a:solidFill>
              </a:defRPr>
            </a:lvl2pPr>
            <a:lvl3pPr marL="1371600" lvl="2" indent="-279400">
              <a:spcBef>
                <a:spcPts val="0"/>
              </a:spcBef>
              <a:spcAft>
                <a:spcPts val="0"/>
              </a:spcAft>
              <a:buClr>
                <a:schemeClr val="dk2"/>
              </a:buClr>
              <a:buSzPts val="800"/>
              <a:buFont typeface="Urbanist"/>
              <a:buChar char="■"/>
              <a:defRPr sz="800">
                <a:solidFill>
                  <a:schemeClr val="dk2"/>
                </a:solidFill>
              </a:defRPr>
            </a:lvl3pPr>
            <a:lvl4pPr marL="1828800" lvl="3" indent="-279400">
              <a:spcBef>
                <a:spcPts val="0"/>
              </a:spcBef>
              <a:spcAft>
                <a:spcPts val="0"/>
              </a:spcAft>
              <a:buClr>
                <a:schemeClr val="dk2"/>
              </a:buClr>
              <a:buSzPts val="800"/>
              <a:buFont typeface="Urbanist"/>
              <a:buChar char="●"/>
              <a:defRPr sz="800">
                <a:solidFill>
                  <a:schemeClr val="dk2"/>
                </a:solidFill>
              </a:defRPr>
            </a:lvl4pPr>
            <a:lvl5pPr marL="2286000" lvl="4" indent="-279400">
              <a:spcBef>
                <a:spcPts val="0"/>
              </a:spcBef>
              <a:spcAft>
                <a:spcPts val="0"/>
              </a:spcAft>
              <a:buClr>
                <a:schemeClr val="dk2"/>
              </a:buClr>
              <a:buSzPts val="800"/>
              <a:buFont typeface="Urbanist"/>
              <a:buChar char="○"/>
              <a:defRPr sz="800">
                <a:solidFill>
                  <a:schemeClr val="dk2"/>
                </a:solidFill>
              </a:defRPr>
            </a:lvl5pPr>
            <a:lvl6pPr marL="2743200" lvl="5" indent="-279400">
              <a:spcBef>
                <a:spcPts val="0"/>
              </a:spcBef>
              <a:spcAft>
                <a:spcPts val="0"/>
              </a:spcAft>
              <a:buClr>
                <a:schemeClr val="dk2"/>
              </a:buClr>
              <a:buSzPts val="800"/>
              <a:buFont typeface="Urbanist"/>
              <a:buChar char="■"/>
              <a:defRPr sz="800">
                <a:solidFill>
                  <a:schemeClr val="dk2"/>
                </a:solidFill>
              </a:defRPr>
            </a:lvl6pPr>
            <a:lvl7pPr marL="3200400" lvl="6" indent="-279400">
              <a:spcBef>
                <a:spcPts val="0"/>
              </a:spcBef>
              <a:spcAft>
                <a:spcPts val="0"/>
              </a:spcAft>
              <a:buClr>
                <a:schemeClr val="dk2"/>
              </a:buClr>
              <a:buSzPts val="800"/>
              <a:buFont typeface="Urbanist"/>
              <a:buChar char="●"/>
              <a:defRPr sz="800">
                <a:solidFill>
                  <a:schemeClr val="dk2"/>
                </a:solidFill>
              </a:defRPr>
            </a:lvl7pPr>
            <a:lvl8pPr marL="3657600" lvl="7" indent="-279400">
              <a:spcBef>
                <a:spcPts val="0"/>
              </a:spcBef>
              <a:spcAft>
                <a:spcPts val="0"/>
              </a:spcAft>
              <a:buClr>
                <a:schemeClr val="dk2"/>
              </a:buClr>
              <a:buSzPts val="800"/>
              <a:buFont typeface="Urbanist"/>
              <a:buChar char="○"/>
              <a:defRPr sz="800">
                <a:solidFill>
                  <a:schemeClr val="dk2"/>
                </a:solidFill>
              </a:defRPr>
            </a:lvl8pPr>
            <a:lvl9pPr marL="4114800" lvl="8" indent="-279400">
              <a:spcBef>
                <a:spcPts val="0"/>
              </a:spcBef>
              <a:spcAft>
                <a:spcPts val="0"/>
              </a:spcAft>
              <a:buClr>
                <a:schemeClr val="dk2"/>
              </a:buClr>
              <a:buSzPts val="800"/>
              <a:buFont typeface="Urbanist"/>
              <a:buChar char="■"/>
              <a:defRPr sz="800">
                <a:solidFill>
                  <a:schemeClr val="dk2"/>
                </a:solidFill>
              </a:defRPr>
            </a:lvl9pPr>
          </a:lstStyle>
          <a:p>
            <a:endParaRPr/>
          </a:p>
        </p:txBody>
      </p:sp>
      <p:sp>
        <p:nvSpPr>
          <p:cNvPr id="238" name="Google Shape;238;p15"/>
          <p:cNvSpPr txBox="1">
            <a:spLocks noGrp="1"/>
          </p:cNvSpPr>
          <p:nvPr>
            <p:ph type="title" idx="16"/>
          </p:nvPr>
        </p:nvSpPr>
        <p:spPr>
          <a:xfrm>
            <a:off x="6942300" y="1775475"/>
            <a:ext cx="1862100" cy="293100"/>
          </a:xfrm>
          <a:prstGeom prst="rect">
            <a:avLst/>
          </a:prstGeom>
        </p:spPr>
        <p:txBody>
          <a:bodyPr spcFirstLastPara="1" wrap="square" lIns="0" tIns="0" rIns="91425" bIns="91425" anchor="b" anchorCtr="0">
            <a:noAutofit/>
          </a:bodyPr>
          <a:lstStyle>
            <a:lvl1pPr lvl="0">
              <a:lnSpc>
                <a:spcPct val="90000"/>
              </a:lnSpc>
              <a:spcBef>
                <a:spcPts val="0"/>
              </a:spcBef>
              <a:spcAft>
                <a:spcPts val="0"/>
              </a:spcAft>
              <a:buClr>
                <a:schemeClr val="accent3"/>
              </a:buClr>
              <a:buSzPts val="3000"/>
              <a:buFont typeface="Urbanist"/>
              <a:buNone/>
              <a:defRPr sz="1800">
                <a:solidFill>
                  <a:schemeClr val="accent3"/>
                </a:solidFill>
              </a:defRPr>
            </a:lvl1pPr>
            <a:lvl2pPr lvl="1">
              <a:spcBef>
                <a:spcPts val="0"/>
              </a:spcBef>
              <a:spcAft>
                <a:spcPts val="0"/>
              </a:spcAft>
              <a:buClr>
                <a:schemeClr val="accent3"/>
              </a:buClr>
              <a:buSzPts val="3000"/>
              <a:buFont typeface="Urbanist"/>
              <a:buNone/>
              <a:defRPr>
                <a:solidFill>
                  <a:schemeClr val="accent3"/>
                </a:solidFill>
              </a:defRPr>
            </a:lvl2pPr>
            <a:lvl3pPr lvl="2">
              <a:spcBef>
                <a:spcPts val="0"/>
              </a:spcBef>
              <a:spcAft>
                <a:spcPts val="0"/>
              </a:spcAft>
              <a:buClr>
                <a:schemeClr val="accent3"/>
              </a:buClr>
              <a:buSzPts val="3000"/>
              <a:buFont typeface="Urbanist"/>
              <a:buNone/>
              <a:defRPr>
                <a:solidFill>
                  <a:schemeClr val="accent3"/>
                </a:solidFill>
              </a:defRPr>
            </a:lvl3pPr>
            <a:lvl4pPr lvl="3">
              <a:spcBef>
                <a:spcPts val="0"/>
              </a:spcBef>
              <a:spcAft>
                <a:spcPts val="0"/>
              </a:spcAft>
              <a:buClr>
                <a:schemeClr val="accent3"/>
              </a:buClr>
              <a:buSzPts val="3000"/>
              <a:buFont typeface="Urbanist"/>
              <a:buNone/>
              <a:defRPr>
                <a:solidFill>
                  <a:schemeClr val="accent3"/>
                </a:solidFill>
              </a:defRPr>
            </a:lvl4pPr>
            <a:lvl5pPr lvl="4">
              <a:spcBef>
                <a:spcPts val="0"/>
              </a:spcBef>
              <a:spcAft>
                <a:spcPts val="0"/>
              </a:spcAft>
              <a:buClr>
                <a:schemeClr val="accent3"/>
              </a:buClr>
              <a:buSzPts val="3000"/>
              <a:buFont typeface="Urbanist"/>
              <a:buNone/>
              <a:defRPr>
                <a:solidFill>
                  <a:schemeClr val="accent3"/>
                </a:solidFill>
              </a:defRPr>
            </a:lvl5pPr>
            <a:lvl6pPr lvl="5">
              <a:spcBef>
                <a:spcPts val="0"/>
              </a:spcBef>
              <a:spcAft>
                <a:spcPts val="0"/>
              </a:spcAft>
              <a:buClr>
                <a:schemeClr val="accent3"/>
              </a:buClr>
              <a:buSzPts val="3000"/>
              <a:buFont typeface="Urbanist"/>
              <a:buNone/>
              <a:defRPr>
                <a:solidFill>
                  <a:schemeClr val="accent3"/>
                </a:solidFill>
              </a:defRPr>
            </a:lvl6pPr>
            <a:lvl7pPr lvl="6">
              <a:spcBef>
                <a:spcPts val="0"/>
              </a:spcBef>
              <a:spcAft>
                <a:spcPts val="0"/>
              </a:spcAft>
              <a:buClr>
                <a:schemeClr val="accent3"/>
              </a:buClr>
              <a:buSzPts val="3000"/>
              <a:buFont typeface="Urbanist"/>
              <a:buNone/>
              <a:defRPr>
                <a:solidFill>
                  <a:schemeClr val="accent3"/>
                </a:solidFill>
              </a:defRPr>
            </a:lvl7pPr>
            <a:lvl8pPr lvl="7">
              <a:spcBef>
                <a:spcPts val="0"/>
              </a:spcBef>
              <a:spcAft>
                <a:spcPts val="0"/>
              </a:spcAft>
              <a:buClr>
                <a:schemeClr val="accent3"/>
              </a:buClr>
              <a:buSzPts val="3000"/>
              <a:buFont typeface="Urbanist"/>
              <a:buNone/>
              <a:defRPr>
                <a:solidFill>
                  <a:schemeClr val="accent3"/>
                </a:solidFill>
              </a:defRPr>
            </a:lvl8pPr>
            <a:lvl9pPr lvl="8">
              <a:spcBef>
                <a:spcPts val="0"/>
              </a:spcBef>
              <a:spcAft>
                <a:spcPts val="0"/>
              </a:spcAft>
              <a:buClr>
                <a:schemeClr val="accent3"/>
              </a:buClr>
              <a:buSzPts val="3000"/>
              <a:buFont typeface="Urbanist"/>
              <a:buNone/>
              <a:defRPr>
                <a:solidFill>
                  <a:schemeClr val="accent3"/>
                </a:solidFill>
              </a:defRPr>
            </a:lvl9pPr>
          </a:lstStyle>
          <a:p>
            <a:endParaRPr/>
          </a:p>
        </p:txBody>
      </p:sp>
      <p:sp>
        <p:nvSpPr>
          <p:cNvPr id="239" name="Google Shape;239;p15"/>
          <p:cNvSpPr txBox="1">
            <a:spLocks noGrp="1"/>
          </p:cNvSpPr>
          <p:nvPr>
            <p:ph type="subTitle" idx="17"/>
          </p:nvPr>
        </p:nvSpPr>
        <p:spPr>
          <a:xfrm>
            <a:off x="6942300" y="2161825"/>
            <a:ext cx="1974600" cy="204600"/>
          </a:xfrm>
          <a:prstGeom prst="rect">
            <a:avLst/>
          </a:prstGeom>
        </p:spPr>
        <p:txBody>
          <a:bodyPr spcFirstLastPara="1" wrap="square" lIns="0" tIns="0" rIns="91425" bIns="91425" anchor="t" anchorCtr="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a:endParaRPr/>
          </a:p>
        </p:txBody>
      </p:sp>
      <p:sp>
        <p:nvSpPr>
          <p:cNvPr id="240" name="Google Shape;240;p15"/>
          <p:cNvSpPr txBox="1">
            <a:spLocks noGrp="1"/>
          </p:cNvSpPr>
          <p:nvPr>
            <p:ph type="body" idx="18"/>
          </p:nvPr>
        </p:nvSpPr>
        <p:spPr>
          <a:xfrm>
            <a:off x="6942300" y="2465025"/>
            <a:ext cx="1791600" cy="477900"/>
          </a:xfrm>
          <a:prstGeom prst="rect">
            <a:avLst/>
          </a:prstGeom>
        </p:spPr>
        <p:txBody>
          <a:bodyPr spcFirstLastPara="1" wrap="square" lIns="0" tIns="0" rIns="91425" bIns="91425" anchor="t" anchorCtr="0">
            <a:noAutofit/>
          </a:bodyPr>
          <a:lstStyle>
            <a:lvl1pPr marL="457200" lvl="0" indent="-279400">
              <a:spcBef>
                <a:spcPts val="0"/>
              </a:spcBef>
              <a:spcAft>
                <a:spcPts val="0"/>
              </a:spcAft>
              <a:buClr>
                <a:schemeClr val="dk2"/>
              </a:buClr>
              <a:buSzPts val="800"/>
              <a:buFont typeface="Urbanist"/>
              <a:buChar char="●"/>
              <a:defRPr sz="800">
                <a:solidFill>
                  <a:schemeClr val="dk2"/>
                </a:solidFill>
              </a:defRPr>
            </a:lvl1pPr>
            <a:lvl2pPr marL="914400" lvl="1" indent="-279400">
              <a:spcBef>
                <a:spcPts val="0"/>
              </a:spcBef>
              <a:spcAft>
                <a:spcPts val="0"/>
              </a:spcAft>
              <a:buClr>
                <a:schemeClr val="dk2"/>
              </a:buClr>
              <a:buSzPts val="800"/>
              <a:buFont typeface="Urbanist"/>
              <a:buChar char="○"/>
              <a:defRPr sz="800">
                <a:solidFill>
                  <a:schemeClr val="dk2"/>
                </a:solidFill>
              </a:defRPr>
            </a:lvl2pPr>
            <a:lvl3pPr marL="1371600" lvl="2" indent="-279400">
              <a:spcBef>
                <a:spcPts val="0"/>
              </a:spcBef>
              <a:spcAft>
                <a:spcPts val="0"/>
              </a:spcAft>
              <a:buClr>
                <a:schemeClr val="dk2"/>
              </a:buClr>
              <a:buSzPts val="800"/>
              <a:buFont typeface="Urbanist"/>
              <a:buChar char="■"/>
              <a:defRPr sz="800">
                <a:solidFill>
                  <a:schemeClr val="dk2"/>
                </a:solidFill>
              </a:defRPr>
            </a:lvl3pPr>
            <a:lvl4pPr marL="1828800" lvl="3" indent="-279400">
              <a:spcBef>
                <a:spcPts val="0"/>
              </a:spcBef>
              <a:spcAft>
                <a:spcPts val="0"/>
              </a:spcAft>
              <a:buClr>
                <a:schemeClr val="dk2"/>
              </a:buClr>
              <a:buSzPts val="800"/>
              <a:buFont typeface="Urbanist"/>
              <a:buChar char="●"/>
              <a:defRPr sz="800">
                <a:solidFill>
                  <a:schemeClr val="dk2"/>
                </a:solidFill>
              </a:defRPr>
            </a:lvl4pPr>
            <a:lvl5pPr marL="2286000" lvl="4" indent="-279400">
              <a:spcBef>
                <a:spcPts val="0"/>
              </a:spcBef>
              <a:spcAft>
                <a:spcPts val="0"/>
              </a:spcAft>
              <a:buClr>
                <a:schemeClr val="dk2"/>
              </a:buClr>
              <a:buSzPts val="800"/>
              <a:buFont typeface="Urbanist"/>
              <a:buChar char="○"/>
              <a:defRPr sz="800">
                <a:solidFill>
                  <a:schemeClr val="dk2"/>
                </a:solidFill>
              </a:defRPr>
            </a:lvl5pPr>
            <a:lvl6pPr marL="2743200" lvl="5" indent="-279400">
              <a:spcBef>
                <a:spcPts val="0"/>
              </a:spcBef>
              <a:spcAft>
                <a:spcPts val="0"/>
              </a:spcAft>
              <a:buClr>
                <a:schemeClr val="dk2"/>
              </a:buClr>
              <a:buSzPts val="800"/>
              <a:buFont typeface="Urbanist"/>
              <a:buChar char="■"/>
              <a:defRPr sz="800">
                <a:solidFill>
                  <a:schemeClr val="dk2"/>
                </a:solidFill>
              </a:defRPr>
            </a:lvl6pPr>
            <a:lvl7pPr marL="3200400" lvl="6" indent="-279400">
              <a:spcBef>
                <a:spcPts val="0"/>
              </a:spcBef>
              <a:spcAft>
                <a:spcPts val="0"/>
              </a:spcAft>
              <a:buClr>
                <a:schemeClr val="dk2"/>
              </a:buClr>
              <a:buSzPts val="800"/>
              <a:buFont typeface="Urbanist"/>
              <a:buChar char="●"/>
              <a:defRPr sz="800">
                <a:solidFill>
                  <a:schemeClr val="dk2"/>
                </a:solidFill>
              </a:defRPr>
            </a:lvl7pPr>
            <a:lvl8pPr marL="3657600" lvl="7" indent="-279400">
              <a:spcBef>
                <a:spcPts val="0"/>
              </a:spcBef>
              <a:spcAft>
                <a:spcPts val="0"/>
              </a:spcAft>
              <a:buClr>
                <a:schemeClr val="dk2"/>
              </a:buClr>
              <a:buSzPts val="800"/>
              <a:buFont typeface="Urbanist"/>
              <a:buChar char="○"/>
              <a:defRPr sz="800">
                <a:solidFill>
                  <a:schemeClr val="dk2"/>
                </a:solidFill>
              </a:defRPr>
            </a:lvl8pPr>
            <a:lvl9pPr marL="4114800" lvl="8" indent="-279400">
              <a:spcBef>
                <a:spcPts val="0"/>
              </a:spcBef>
              <a:spcAft>
                <a:spcPts val="0"/>
              </a:spcAft>
              <a:buClr>
                <a:schemeClr val="dk2"/>
              </a:buClr>
              <a:buSzPts val="800"/>
              <a:buFont typeface="Urbanist"/>
              <a:buChar char="■"/>
              <a:defRPr sz="800">
                <a:solidFill>
                  <a:schemeClr val="dk2"/>
                </a:solidFill>
              </a:defRPr>
            </a:lvl9pPr>
          </a:lstStyle>
          <a:p>
            <a:endParaRPr/>
          </a:p>
        </p:txBody>
      </p:sp>
      <p:sp>
        <p:nvSpPr>
          <p:cNvPr id="241" name="Google Shape;241;p15"/>
          <p:cNvSpPr txBox="1">
            <a:spLocks noGrp="1"/>
          </p:cNvSpPr>
          <p:nvPr>
            <p:ph type="title" idx="19"/>
          </p:nvPr>
        </p:nvSpPr>
        <p:spPr>
          <a:xfrm>
            <a:off x="228600" y="613525"/>
            <a:ext cx="3904500" cy="8649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a:endParaRPr/>
          </a:p>
        </p:txBody>
      </p:sp>
      <p:sp>
        <p:nvSpPr>
          <p:cNvPr id="242" name="Google Shape;242;p15"/>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43" name="Google Shape;243;p15"/>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xmlns:p15="http://schemas.microsoft.com/office/powerpoint/2012/main">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ustomers">
  <p:cSld name="CUSTOM">
    <p:spTree>
      <p:nvGrpSpPr>
        <p:cNvPr id="1" name="Shape 244"/>
        <p:cNvGrpSpPr/>
        <p:nvPr/>
      </p:nvGrpSpPr>
      <p:grpSpPr>
        <a:xfrm>
          <a:off x="0" y="0"/>
          <a:ext cx="0" cy="0"/>
          <a:chOff x="0" y="0"/>
          <a:chExt cx="0" cy="0"/>
        </a:xfrm>
      </p:grpSpPr>
      <p:sp>
        <p:nvSpPr>
          <p:cNvPr id="245" name="Google Shape;245;p16"/>
          <p:cNvSpPr txBox="1">
            <a:spLocks noGrp="1"/>
          </p:cNvSpPr>
          <p:nvPr>
            <p:ph type="subTitle" idx="1"/>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a:endParaRPr/>
          </a:p>
        </p:txBody>
      </p:sp>
      <p:cxnSp>
        <p:nvCxnSpPr>
          <p:cNvPr id="246" name="Google Shape;246;p16"/>
          <p:cNvCxnSpPr/>
          <p:nvPr/>
        </p:nvCxnSpPr>
        <p:spPr>
          <a:xfrm>
            <a:off x="228450" y="2061025"/>
            <a:ext cx="8687100" cy="0"/>
          </a:xfrm>
          <a:prstGeom prst="straightConnector1">
            <a:avLst/>
          </a:prstGeom>
          <a:noFill/>
          <a:ln w="9525" cap="flat" cmpd="sng">
            <a:solidFill>
              <a:schemeClr val="lt2"/>
            </a:solidFill>
            <a:prstDash val="solid"/>
            <a:round/>
            <a:headEnd type="none" w="med" len="med"/>
            <a:tailEnd type="none" w="med" len="med"/>
          </a:ln>
        </p:spPr>
      </p:cxnSp>
      <p:sp>
        <p:nvSpPr>
          <p:cNvPr id="247" name="Google Shape;247;p16"/>
          <p:cNvSpPr txBox="1">
            <a:spLocks noGrp="1"/>
          </p:cNvSpPr>
          <p:nvPr>
            <p:ph type="subTitle" idx="2"/>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48" name="Google Shape;248;p16"/>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49" name="Google Shape;249;p16"/>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250" name="Google Shape;250;p16"/>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51" name="Google Shape;251;p16"/>
          <p:cNvSpPr txBox="1">
            <a:spLocks noGrp="1"/>
          </p:cNvSpPr>
          <p:nvPr>
            <p:ph type="title"/>
          </p:nvPr>
        </p:nvSpPr>
        <p:spPr>
          <a:xfrm>
            <a:off x="228600" y="369300"/>
            <a:ext cx="6480300" cy="587700"/>
          </a:xfrm>
          <a:prstGeom prst="rect">
            <a:avLst/>
          </a:prstGeom>
        </p:spPr>
        <p:txBody>
          <a:bodyPr spcFirstLastPara="1" wrap="square" lIns="0" tIns="91425" rIns="91425" bIns="91425" anchor="t" anchorCtr="0">
            <a:spAutoFit/>
          </a:bodyPr>
          <a:lstStyle>
            <a:lvl1pPr lvl="0">
              <a:lnSpc>
                <a:spcPct val="90000"/>
              </a:lnSpc>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a:endParaRPr/>
          </a:p>
        </p:txBody>
      </p:sp>
      <p:sp>
        <p:nvSpPr>
          <p:cNvPr id="252" name="Google Shape;252;p16"/>
          <p:cNvSpPr>
            <a:spLocks noGrp="1"/>
          </p:cNvSpPr>
          <p:nvPr>
            <p:ph type="pic" idx="5"/>
          </p:nvPr>
        </p:nvSpPr>
        <p:spPr>
          <a:xfrm>
            <a:off x="3795900" y="2682425"/>
            <a:ext cx="1458300" cy="1458300"/>
          </a:xfrm>
          <a:prstGeom prst="ellipse">
            <a:avLst/>
          </a:prstGeom>
          <a:noFill/>
          <a:ln w="9525" cap="flat" cmpd="sng">
            <a:solidFill>
              <a:schemeClr val="accent3"/>
            </a:solidFill>
            <a:prstDash val="solid"/>
            <a:round/>
            <a:headEnd type="none" w="sm" len="sm"/>
            <a:tailEnd type="none" w="sm" len="sm"/>
          </a:ln>
        </p:spPr>
      </p:sp>
      <p:sp>
        <p:nvSpPr>
          <p:cNvPr id="253" name="Google Shape;253;p16"/>
          <p:cNvSpPr txBox="1">
            <a:spLocks noGrp="1"/>
          </p:cNvSpPr>
          <p:nvPr>
            <p:ph type="body" idx="6"/>
          </p:nvPr>
        </p:nvSpPr>
        <p:spPr>
          <a:xfrm>
            <a:off x="5871500" y="2468775"/>
            <a:ext cx="2864700" cy="676500"/>
          </a:xfrm>
          <a:prstGeom prst="rect">
            <a:avLst/>
          </a:prstGeom>
        </p:spPr>
        <p:txBody>
          <a:bodyPr spcFirstLastPara="1" wrap="square" lIns="0" tIns="0" rIns="91425" bIns="91425" anchor="t" anchorCtr="0">
            <a:noAutofit/>
          </a:bodyPr>
          <a:lstStyle>
            <a:lvl1pPr marL="457200" lvl="0" indent="-292100">
              <a:spcBef>
                <a:spcPts val="0"/>
              </a:spcBef>
              <a:spcAft>
                <a:spcPts val="0"/>
              </a:spcAft>
              <a:buClr>
                <a:schemeClr val="dk2"/>
              </a:buClr>
              <a:buSzPts val="1000"/>
              <a:buFont typeface="Urbanist"/>
              <a:buChar char="●"/>
              <a:defRPr sz="1000">
                <a:solidFill>
                  <a:schemeClr val="dk2"/>
                </a:solidFill>
              </a:defRPr>
            </a:lvl1pPr>
            <a:lvl2pPr marL="914400" lvl="1" indent="-292100">
              <a:spcBef>
                <a:spcPts val="0"/>
              </a:spcBef>
              <a:spcAft>
                <a:spcPts val="0"/>
              </a:spcAft>
              <a:buClr>
                <a:schemeClr val="dk2"/>
              </a:buClr>
              <a:buSzPts val="1000"/>
              <a:buFont typeface="Urbanist"/>
              <a:buChar char="○"/>
              <a:defRPr sz="1000">
                <a:solidFill>
                  <a:schemeClr val="dk2"/>
                </a:solidFill>
              </a:defRPr>
            </a:lvl2pPr>
            <a:lvl3pPr marL="1371600" lvl="2" indent="-292100">
              <a:spcBef>
                <a:spcPts val="0"/>
              </a:spcBef>
              <a:spcAft>
                <a:spcPts val="0"/>
              </a:spcAft>
              <a:buClr>
                <a:schemeClr val="dk2"/>
              </a:buClr>
              <a:buSzPts val="1000"/>
              <a:buFont typeface="Urbanist"/>
              <a:buChar char="■"/>
              <a:defRPr sz="1000">
                <a:solidFill>
                  <a:schemeClr val="dk2"/>
                </a:solidFill>
              </a:defRPr>
            </a:lvl3pPr>
            <a:lvl4pPr marL="1828800" lvl="3" indent="-292100">
              <a:spcBef>
                <a:spcPts val="0"/>
              </a:spcBef>
              <a:spcAft>
                <a:spcPts val="0"/>
              </a:spcAft>
              <a:buClr>
                <a:schemeClr val="dk2"/>
              </a:buClr>
              <a:buSzPts val="1000"/>
              <a:buFont typeface="Urbanist"/>
              <a:buChar char="●"/>
              <a:defRPr sz="1000">
                <a:solidFill>
                  <a:schemeClr val="dk2"/>
                </a:solidFill>
              </a:defRPr>
            </a:lvl4pPr>
            <a:lvl5pPr marL="2286000" lvl="4" indent="-292100">
              <a:spcBef>
                <a:spcPts val="0"/>
              </a:spcBef>
              <a:spcAft>
                <a:spcPts val="0"/>
              </a:spcAft>
              <a:buClr>
                <a:schemeClr val="dk2"/>
              </a:buClr>
              <a:buSzPts val="1000"/>
              <a:buFont typeface="Urbanist"/>
              <a:buChar char="○"/>
              <a:defRPr sz="1000">
                <a:solidFill>
                  <a:schemeClr val="dk2"/>
                </a:solidFill>
              </a:defRPr>
            </a:lvl5pPr>
            <a:lvl6pPr marL="2743200" lvl="5" indent="-292100">
              <a:spcBef>
                <a:spcPts val="0"/>
              </a:spcBef>
              <a:spcAft>
                <a:spcPts val="0"/>
              </a:spcAft>
              <a:buClr>
                <a:schemeClr val="dk2"/>
              </a:buClr>
              <a:buSzPts val="1000"/>
              <a:buFont typeface="Urbanist"/>
              <a:buChar char="■"/>
              <a:defRPr sz="1000">
                <a:solidFill>
                  <a:schemeClr val="dk2"/>
                </a:solidFill>
              </a:defRPr>
            </a:lvl6pPr>
            <a:lvl7pPr marL="3200400" lvl="6" indent="-292100">
              <a:spcBef>
                <a:spcPts val="0"/>
              </a:spcBef>
              <a:spcAft>
                <a:spcPts val="0"/>
              </a:spcAft>
              <a:buClr>
                <a:schemeClr val="dk2"/>
              </a:buClr>
              <a:buSzPts val="1000"/>
              <a:buFont typeface="Urbanist"/>
              <a:buChar char="●"/>
              <a:defRPr sz="1000">
                <a:solidFill>
                  <a:schemeClr val="dk2"/>
                </a:solidFill>
              </a:defRPr>
            </a:lvl7pPr>
            <a:lvl8pPr marL="3657600" lvl="7" indent="-292100">
              <a:spcBef>
                <a:spcPts val="0"/>
              </a:spcBef>
              <a:spcAft>
                <a:spcPts val="0"/>
              </a:spcAft>
              <a:buClr>
                <a:schemeClr val="dk2"/>
              </a:buClr>
              <a:buSzPts val="1000"/>
              <a:buFont typeface="Urbanist"/>
              <a:buChar char="○"/>
              <a:defRPr sz="1000">
                <a:solidFill>
                  <a:schemeClr val="dk2"/>
                </a:solidFill>
              </a:defRPr>
            </a:lvl8pPr>
            <a:lvl9pPr marL="4114800" lvl="8" indent="-292100">
              <a:spcBef>
                <a:spcPts val="0"/>
              </a:spcBef>
              <a:spcAft>
                <a:spcPts val="0"/>
              </a:spcAft>
              <a:buClr>
                <a:schemeClr val="dk2"/>
              </a:buClr>
              <a:buSzPts val="1000"/>
              <a:buFont typeface="Urbanist"/>
              <a:buChar char="■"/>
              <a:defRPr sz="1000">
                <a:solidFill>
                  <a:schemeClr val="dk2"/>
                </a:solidFill>
              </a:defRPr>
            </a:lvl9pPr>
          </a:lstStyle>
          <a:p>
            <a:endParaRPr/>
          </a:p>
        </p:txBody>
      </p:sp>
      <p:sp>
        <p:nvSpPr>
          <p:cNvPr id="254" name="Google Shape;254;p16"/>
          <p:cNvSpPr txBox="1">
            <a:spLocks noGrp="1"/>
          </p:cNvSpPr>
          <p:nvPr>
            <p:ph type="body" idx="7"/>
          </p:nvPr>
        </p:nvSpPr>
        <p:spPr>
          <a:xfrm>
            <a:off x="5871500" y="3553025"/>
            <a:ext cx="2864700" cy="696000"/>
          </a:xfrm>
          <a:prstGeom prst="rect">
            <a:avLst/>
          </a:prstGeom>
        </p:spPr>
        <p:txBody>
          <a:bodyPr spcFirstLastPara="1" wrap="square" lIns="0" tIns="0" rIns="91425" bIns="91425" anchor="t" anchorCtr="0">
            <a:spAutoFit/>
          </a:bodyPr>
          <a:lstStyle>
            <a:lvl1pPr marL="457200" lvl="0" indent="-304800">
              <a:lnSpc>
                <a:spcPct val="100000"/>
              </a:lnSpc>
              <a:spcBef>
                <a:spcPts val="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1pPr>
            <a:lvl2pPr marL="914400" lvl="1"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2pPr>
            <a:lvl3pPr marL="1371600" lvl="2"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3pPr>
            <a:lvl4pPr marL="1828800" lvl="3"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4pPr>
            <a:lvl5pPr marL="2286000" lvl="4"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5pPr>
            <a:lvl6pPr marL="2743200" lvl="5"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6pPr>
            <a:lvl7pPr marL="3200400" lvl="6"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7pPr>
            <a:lvl8pPr marL="3657600" lvl="7" indent="-304800">
              <a:lnSpc>
                <a:spcPct val="100000"/>
              </a:lnSpc>
              <a:spcBef>
                <a:spcPts val="800"/>
              </a:spcBef>
              <a:spcAft>
                <a:spcPts val="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8pPr>
            <a:lvl9pPr marL="4114800" lvl="8" indent="-304800">
              <a:lnSpc>
                <a:spcPct val="100000"/>
              </a:lnSpc>
              <a:spcBef>
                <a:spcPts val="800"/>
              </a:spcBef>
              <a:spcAft>
                <a:spcPts val="800"/>
              </a:spcAft>
              <a:buClr>
                <a:schemeClr val="accent3"/>
              </a:buClr>
              <a:buSzPts val="1200"/>
              <a:buFont typeface="Urbanist Medium"/>
              <a:buChar char="■"/>
              <a:defRPr>
                <a:solidFill>
                  <a:schemeClr val="accent3"/>
                </a:solidFill>
                <a:latin typeface="Urbanist Medium"/>
                <a:ea typeface="Urbanist Medium"/>
                <a:cs typeface="Urbanist Medium"/>
                <a:sym typeface="Urbanist Medium"/>
              </a:defRPr>
            </a:lvl9pPr>
          </a:lstStyle>
          <a:p>
            <a:endParaRPr/>
          </a:p>
        </p:txBody>
      </p:sp>
      <p:sp>
        <p:nvSpPr>
          <p:cNvPr id="255" name="Google Shape;255;p16"/>
          <p:cNvSpPr txBox="1">
            <a:spLocks noGrp="1"/>
          </p:cNvSpPr>
          <p:nvPr>
            <p:ph type="subTitle" idx="8"/>
          </p:nvPr>
        </p:nvSpPr>
        <p:spPr>
          <a:xfrm>
            <a:off x="238800" y="2720113"/>
            <a:ext cx="2824500" cy="14583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a:endParaRPr/>
          </a:p>
        </p:txBody>
      </p:sp>
      <p:sp>
        <p:nvSpPr>
          <p:cNvPr id="256" name="Google Shape;256;p16"/>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57" name="Google Shape;257;p16"/>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raphics">
  <p:cSld name="CUSTOM_2">
    <p:spTree>
      <p:nvGrpSpPr>
        <p:cNvPr id="1" name="Shape 258"/>
        <p:cNvGrpSpPr/>
        <p:nvPr/>
      </p:nvGrpSpPr>
      <p:grpSpPr>
        <a:xfrm>
          <a:off x="0" y="0"/>
          <a:ext cx="0" cy="0"/>
          <a:chOff x="0" y="0"/>
          <a:chExt cx="0" cy="0"/>
        </a:xfrm>
      </p:grpSpPr>
      <p:sp>
        <p:nvSpPr>
          <p:cNvPr id="259" name="Google Shape;259;p17"/>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60" name="Google Shape;260;p17"/>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61" name="Google Shape;261;p17"/>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262" name="Google Shape;262;p17"/>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63" name="Google Shape;263;p17"/>
          <p:cNvSpPr/>
          <p:nvPr/>
        </p:nvSpPr>
        <p:spPr>
          <a:xfrm>
            <a:off x="228600" y="1395962"/>
            <a:ext cx="2101200" cy="3054000"/>
          </a:xfrm>
          <a:prstGeom prst="roundRect">
            <a:avLst>
              <a:gd name="adj" fmla="val 9631"/>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64" name="Google Shape;264;p17"/>
          <p:cNvSpPr/>
          <p:nvPr/>
        </p:nvSpPr>
        <p:spPr>
          <a:xfrm>
            <a:off x="2423700" y="1395962"/>
            <a:ext cx="3198600" cy="3054000"/>
          </a:xfrm>
          <a:prstGeom prst="roundRect">
            <a:avLst>
              <a:gd name="adj" fmla="val 6747"/>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65" name="Google Shape;265;p17"/>
          <p:cNvSpPr/>
          <p:nvPr/>
        </p:nvSpPr>
        <p:spPr>
          <a:xfrm>
            <a:off x="5716850" y="1395962"/>
            <a:ext cx="3198600" cy="1758300"/>
          </a:xfrm>
          <a:prstGeom prst="roundRect">
            <a:avLst>
              <a:gd name="adj" fmla="val 9631"/>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66" name="Google Shape;266;p17"/>
          <p:cNvSpPr/>
          <p:nvPr/>
        </p:nvSpPr>
        <p:spPr>
          <a:xfrm>
            <a:off x="5716200" y="3231390"/>
            <a:ext cx="3198600" cy="1217400"/>
          </a:xfrm>
          <a:prstGeom prst="roundRect">
            <a:avLst>
              <a:gd name="adj" fmla="val 13607"/>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67" name="Google Shape;267;p17"/>
          <p:cNvSpPr>
            <a:spLocks noGrp="1"/>
          </p:cNvSpPr>
          <p:nvPr>
            <p:ph type="pic" idx="4"/>
          </p:nvPr>
        </p:nvSpPr>
        <p:spPr>
          <a:xfrm>
            <a:off x="381950" y="993050"/>
            <a:ext cx="850500" cy="850500"/>
          </a:xfrm>
          <a:prstGeom prst="ellipse">
            <a:avLst/>
          </a:prstGeom>
          <a:noFill/>
          <a:ln w="9525" cap="flat" cmpd="sng">
            <a:solidFill>
              <a:schemeClr val="accent3"/>
            </a:solidFill>
            <a:prstDash val="solid"/>
            <a:round/>
            <a:headEnd type="none" w="sm" len="sm"/>
            <a:tailEnd type="none" w="sm" len="sm"/>
          </a:ln>
        </p:spPr>
      </p:sp>
      <p:sp>
        <p:nvSpPr>
          <p:cNvPr id="268" name="Google Shape;268;p17"/>
          <p:cNvSpPr txBox="1">
            <a:spLocks noGrp="1"/>
          </p:cNvSpPr>
          <p:nvPr>
            <p:ph type="subTitle" idx="5"/>
          </p:nvPr>
        </p:nvSpPr>
        <p:spPr>
          <a:xfrm>
            <a:off x="381950" y="2062875"/>
            <a:ext cx="1786500" cy="236400"/>
          </a:xfrm>
          <a:prstGeom prst="rect">
            <a:avLst/>
          </a:prstGeom>
        </p:spPr>
        <p:txBody>
          <a:bodyPr spcFirstLastPara="1" wrap="square" lIns="0" tIns="0" rIns="0" bIns="0" anchor="t" anchorCtr="0">
            <a:noAutofit/>
          </a:bodyPr>
          <a:lstStyle>
            <a:lvl1pPr lvl="0">
              <a:spcBef>
                <a:spcPts val="0"/>
              </a:spcBef>
              <a:spcAft>
                <a:spcPts val="0"/>
              </a:spcAft>
              <a:buClr>
                <a:schemeClr val="dk1"/>
              </a:buClr>
              <a:buSzPts val="1200"/>
              <a:buFont typeface="Urbanist"/>
              <a:buNone/>
              <a:defRPr sz="1200" b="1">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a:endParaRPr/>
          </a:p>
        </p:txBody>
      </p:sp>
      <p:sp>
        <p:nvSpPr>
          <p:cNvPr id="269" name="Google Shape;269;p17"/>
          <p:cNvSpPr txBox="1">
            <a:spLocks noGrp="1"/>
          </p:cNvSpPr>
          <p:nvPr>
            <p:ph type="body" idx="6"/>
          </p:nvPr>
        </p:nvSpPr>
        <p:spPr>
          <a:xfrm>
            <a:off x="381950" y="2453500"/>
            <a:ext cx="1786500" cy="15363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Urbanist"/>
              <a:buChar char="●"/>
              <a:defRPr sz="1000">
                <a:solidFill>
                  <a:schemeClr val="dk1"/>
                </a:solidFill>
              </a:defRPr>
            </a:lvl1pPr>
            <a:lvl2pPr marL="914400" lvl="1" indent="-292100">
              <a:spcBef>
                <a:spcPts val="0"/>
              </a:spcBef>
              <a:spcAft>
                <a:spcPts val="0"/>
              </a:spcAft>
              <a:buClr>
                <a:schemeClr val="dk1"/>
              </a:buClr>
              <a:buSzPts val="1000"/>
              <a:buFont typeface="Urbanist"/>
              <a:buChar char="○"/>
              <a:defRPr sz="1000">
                <a:solidFill>
                  <a:schemeClr val="dk1"/>
                </a:solidFill>
              </a:defRPr>
            </a:lvl2pPr>
            <a:lvl3pPr marL="1371600" lvl="2" indent="-292100">
              <a:spcBef>
                <a:spcPts val="0"/>
              </a:spcBef>
              <a:spcAft>
                <a:spcPts val="0"/>
              </a:spcAft>
              <a:buClr>
                <a:schemeClr val="dk1"/>
              </a:buClr>
              <a:buSzPts val="1000"/>
              <a:buFont typeface="Urbanist"/>
              <a:buChar char="■"/>
              <a:defRPr sz="1000">
                <a:solidFill>
                  <a:schemeClr val="dk1"/>
                </a:solidFill>
              </a:defRPr>
            </a:lvl3pPr>
            <a:lvl4pPr marL="1828800" lvl="3" indent="-292100">
              <a:spcBef>
                <a:spcPts val="0"/>
              </a:spcBef>
              <a:spcAft>
                <a:spcPts val="0"/>
              </a:spcAft>
              <a:buClr>
                <a:schemeClr val="dk1"/>
              </a:buClr>
              <a:buSzPts val="1000"/>
              <a:buFont typeface="Urbanist"/>
              <a:buChar char="●"/>
              <a:defRPr sz="1000">
                <a:solidFill>
                  <a:schemeClr val="dk1"/>
                </a:solidFill>
              </a:defRPr>
            </a:lvl4pPr>
            <a:lvl5pPr marL="2286000" lvl="4" indent="-292100">
              <a:spcBef>
                <a:spcPts val="0"/>
              </a:spcBef>
              <a:spcAft>
                <a:spcPts val="0"/>
              </a:spcAft>
              <a:buClr>
                <a:schemeClr val="dk1"/>
              </a:buClr>
              <a:buSzPts val="1000"/>
              <a:buFont typeface="Urbanist"/>
              <a:buChar char="○"/>
              <a:defRPr sz="1000">
                <a:solidFill>
                  <a:schemeClr val="dk1"/>
                </a:solidFill>
              </a:defRPr>
            </a:lvl5pPr>
            <a:lvl6pPr marL="2743200" lvl="5" indent="-292100">
              <a:spcBef>
                <a:spcPts val="0"/>
              </a:spcBef>
              <a:spcAft>
                <a:spcPts val="0"/>
              </a:spcAft>
              <a:buClr>
                <a:schemeClr val="dk1"/>
              </a:buClr>
              <a:buSzPts val="1000"/>
              <a:buFont typeface="Urbanist"/>
              <a:buChar char="■"/>
              <a:defRPr sz="1000">
                <a:solidFill>
                  <a:schemeClr val="dk1"/>
                </a:solidFill>
              </a:defRPr>
            </a:lvl6pPr>
            <a:lvl7pPr marL="3200400" lvl="6" indent="-292100">
              <a:spcBef>
                <a:spcPts val="0"/>
              </a:spcBef>
              <a:spcAft>
                <a:spcPts val="0"/>
              </a:spcAft>
              <a:buClr>
                <a:schemeClr val="dk1"/>
              </a:buClr>
              <a:buSzPts val="1000"/>
              <a:buFont typeface="Urbanist"/>
              <a:buChar char="●"/>
              <a:defRPr sz="1000">
                <a:solidFill>
                  <a:schemeClr val="dk1"/>
                </a:solidFill>
              </a:defRPr>
            </a:lvl7pPr>
            <a:lvl8pPr marL="3657600" lvl="7" indent="-292100">
              <a:spcBef>
                <a:spcPts val="0"/>
              </a:spcBef>
              <a:spcAft>
                <a:spcPts val="0"/>
              </a:spcAft>
              <a:buClr>
                <a:schemeClr val="dk1"/>
              </a:buClr>
              <a:buSzPts val="1000"/>
              <a:buFont typeface="Urbanist"/>
              <a:buChar char="○"/>
              <a:defRPr sz="1000">
                <a:solidFill>
                  <a:schemeClr val="dk1"/>
                </a:solidFill>
              </a:defRPr>
            </a:lvl8pPr>
            <a:lvl9pPr marL="4114800" lvl="8" indent="-292100">
              <a:spcBef>
                <a:spcPts val="0"/>
              </a:spcBef>
              <a:spcAft>
                <a:spcPts val="0"/>
              </a:spcAft>
              <a:buClr>
                <a:schemeClr val="dk1"/>
              </a:buClr>
              <a:buSzPts val="1000"/>
              <a:buFont typeface="Urbanist"/>
              <a:buChar char="■"/>
              <a:defRPr sz="1000">
                <a:solidFill>
                  <a:schemeClr val="dk1"/>
                </a:solidFill>
              </a:defRPr>
            </a:lvl9pPr>
          </a:lstStyle>
          <a:p>
            <a:endParaRPr/>
          </a:p>
        </p:txBody>
      </p:sp>
      <p:sp>
        <p:nvSpPr>
          <p:cNvPr id="270" name="Google Shape;270;p17"/>
          <p:cNvSpPr txBox="1">
            <a:spLocks noGrp="1"/>
          </p:cNvSpPr>
          <p:nvPr>
            <p:ph type="subTitle" idx="7"/>
          </p:nvPr>
        </p:nvSpPr>
        <p:spPr>
          <a:xfrm>
            <a:off x="2580250" y="1528150"/>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Urbanist"/>
              <a:buNone/>
              <a:defRPr sz="1000" b="1"/>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271" name="Google Shape;271;p17"/>
          <p:cNvSpPr txBox="1">
            <a:spLocks noGrp="1"/>
          </p:cNvSpPr>
          <p:nvPr>
            <p:ph type="body" idx="8"/>
          </p:nvPr>
        </p:nvSpPr>
        <p:spPr>
          <a:xfrm>
            <a:off x="2580250" y="1791652"/>
            <a:ext cx="2911500" cy="6105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cxnSp>
        <p:nvCxnSpPr>
          <p:cNvPr id="272" name="Google Shape;272;p17"/>
          <p:cNvCxnSpPr/>
          <p:nvPr/>
        </p:nvCxnSpPr>
        <p:spPr>
          <a:xfrm>
            <a:off x="2423700" y="2531312"/>
            <a:ext cx="3194400" cy="0"/>
          </a:xfrm>
          <a:prstGeom prst="straightConnector1">
            <a:avLst/>
          </a:prstGeom>
          <a:noFill/>
          <a:ln w="9525" cap="flat" cmpd="sng">
            <a:solidFill>
              <a:schemeClr val="dk1"/>
            </a:solidFill>
            <a:prstDash val="solid"/>
            <a:round/>
            <a:headEnd type="none" w="med" len="med"/>
            <a:tailEnd type="none" w="med" len="med"/>
          </a:ln>
        </p:spPr>
      </p:cxnSp>
      <p:cxnSp>
        <p:nvCxnSpPr>
          <p:cNvPr id="273" name="Google Shape;273;p17"/>
          <p:cNvCxnSpPr/>
          <p:nvPr/>
        </p:nvCxnSpPr>
        <p:spPr>
          <a:xfrm>
            <a:off x="2423700" y="3583537"/>
            <a:ext cx="3194400" cy="0"/>
          </a:xfrm>
          <a:prstGeom prst="straightConnector1">
            <a:avLst/>
          </a:prstGeom>
          <a:noFill/>
          <a:ln w="9525" cap="flat" cmpd="sng">
            <a:solidFill>
              <a:schemeClr val="dk1"/>
            </a:solidFill>
            <a:prstDash val="solid"/>
            <a:round/>
            <a:headEnd type="none" w="med" len="med"/>
            <a:tailEnd type="none" w="med" len="med"/>
          </a:ln>
        </p:spPr>
      </p:cxnSp>
      <p:sp>
        <p:nvSpPr>
          <p:cNvPr id="274" name="Google Shape;274;p17"/>
          <p:cNvSpPr txBox="1">
            <a:spLocks noGrp="1"/>
          </p:cNvSpPr>
          <p:nvPr>
            <p:ph type="subTitle" idx="9"/>
          </p:nvPr>
        </p:nvSpPr>
        <p:spPr>
          <a:xfrm>
            <a:off x="2580250" y="2660457"/>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Urbanist"/>
              <a:buNone/>
              <a:defRPr sz="1000" b="1"/>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275" name="Google Shape;275;p17"/>
          <p:cNvSpPr txBox="1">
            <a:spLocks noGrp="1"/>
          </p:cNvSpPr>
          <p:nvPr>
            <p:ph type="body" idx="13"/>
          </p:nvPr>
        </p:nvSpPr>
        <p:spPr>
          <a:xfrm>
            <a:off x="2580250" y="2931046"/>
            <a:ext cx="2911500" cy="6105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276" name="Google Shape;276;p17"/>
          <p:cNvSpPr/>
          <p:nvPr/>
        </p:nvSpPr>
        <p:spPr>
          <a:xfrm flipH="1">
            <a:off x="2600988" y="3992942"/>
            <a:ext cx="681000" cy="273600"/>
          </a:xfrm>
          <a:prstGeom prst="roundRect">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None/>
            </a:pPr>
            <a:endParaRPr sz="800" b="1">
              <a:solidFill>
                <a:schemeClr val="dk1"/>
              </a:solidFill>
              <a:latin typeface="Urbanist"/>
              <a:ea typeface="Urbanist"/>
              <a:cs typeface="Urbanist"/>
              <a:sym typeface="Urbanist"/>
            </a:endParaRPr>
          </a:p>
        </p:txBody>
      </p:sp>
      <p:sp>
        <p:nvSpPr>
          <p:cNvPr id="277" name="Google Shape;277;p17"/>
          <p:cNvSpPr/>
          <p:nvPr/>
        </p:nvSpPr>
        <p:spPr>
          <a:xfrm flipH="1">
            <a:off x="3654625" y="3992942"/>
            <a:ext cx="681000" cy="273600"/>
          </a:xfrm>
          <a:prstGeom prst="roundRect">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None/>
            </a:pPr>
            <a:endParaRPr sz="800" b="1">
              <a:solidFill>
                <a:schemeClr val="dk1"/>
              </a:solidFill>
              <a:latin typeface="Urbanist"/>
              <a:ea typeface="Urbanist"/>
              <a:cs typeface="Urbanist"/>
              <a:sym typeface="Urbanist"/>
            </a:endParaRPr>
          </a:p>
        </p:txBody>
      </p:sp>
      <p:sp>
        <p:nvSpPr>
          <p:cNvPr id="278" name="Google Shape;278;p17"/>
          <p:cNvSpPr/>
          <p:nvPr/>
        </p:nvSpPr>
        <p:spPr>
          <a:xfrm flipH="1">
            <a:off x="4602650" y="3992942"/>
            <a:ext cx="681000" cy="273600"/>
          </a:xfrm>
          <a:prstGeom prst="roundRect">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None/>
            </a:pPr>
            <a:endParaRPr sz="800" b="1">
              <a:solidFill>
                <a:schemeClr val="dk1"/>
              </a:solidFill>
              <a:latin typeface="Urbanist"/>
              <a:ea typeface="Urbanist"/>
              <a:cs typeface="Urbanist"/>
              <a:sym typeface="Urbanist"/>
            </a:endParaRPr>
          </a:p>
        </p:txBody>
      </p:sp>
      <p:sp>
        <p:nvSpPr>
          <p:cNvPr id="279" name="Google Shape;279;p17"/>
          <p:cNvSpPr txBox="1">
            <a:spLocks noGrp="1"/>
          </p:cNvSpPr>
          <p:nvPr>
            <p:ph type="subTitle" idx="14"/>
          </p:nvPr>
        </p:nvSpPr>
        <p:spPr>
          <a:xfrm>
            <a:off x="2567250" y="3671882"/>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Urbanist"/>
              <a:buNone/>
              <a:defRPr sz="1000" b="1"/>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a:endParaRPr/>
          </a:p>
        </p:txBody>
      </p:sp>
      <p:sp>
        <p:nvSpPr>
          <p:cNvPr id="280" name="Google Shape;280;p17"/>
          <p:cNvSpPr txBox="1">
            <a:spLocks noGrp="1"/>
          </p:cNvSpPr>
          <p:nvPr>
            <p:ph type="subTitle" idx="15"/>
          </p:nvPr>
        </p:nvSpPr>
        <p:spPr>
          <a:xfrm>
            <a:off x="5877425" y="1528157"/>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Urbanist"/>
              <a:buNone/>
              <a:defRPr sz="1000" b="1"/>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a:endParaRPr/>
          </a:p>
        </p:txBody>
      </p:sp>
      <p:sp>
        <p:nvSpPr>
          <p:cNvPr id="281" name="Google Shape;281;p17"/>
          <p:cNvSpPr txBox="1">
            <a:spLocks noGrp="1"/>
          </p:cNvSpPr>
          <p:nvPr>
            <p:ph type="subTitle" idx="16"/>
          </p:nvPr>
        </p:nvSpPr>
        <p:spPr>
          <a:xfrm>
            <a:off x="5877425" y="1781107"/>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accent3"/>
              </a:buClr>
              <a:buSzPts val="800"/>
              <a:buFont typeface="Urbanist"/>
              <a:buNone/>
              <a:defRPr sz="800" b="1">
                <a:solidFill>
                  <a:schemeClr val="accent3"/>
                </a:solidFill>
              </a:defRPr>
            </a:lvl1pPr>
            <a:lvl2pPr lvl="1">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9pPr>
          </a:lstStyle>
          <a:p>
            <a:endParaRPr/>
          </a:p>
        </p:txBody>
      </p:sp>
      <p:sp>
        <p:nvSpPr>
          <p:cNvPr id="282" name="Google Shape;282;p17"/>
          <p:cNvSpPr txBox="1">
            <a:spLocks noGrp="1"/>
          </p:cNvSpPr>
          <p:nvPr>
            <p:ph type="subTitle" idx="17"/>
          </p:nvPr>
        </p:nvSpPr>
        <p:spPr>
          <a:xfrm>
            <a:off x="5877425" y="2219182"/>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accent3"/>
              </a:buClr>
              <a:buSzPts val="800"/>
              <a:buFont typeface="Urbanist"/>
              <a:buNone/>
              <a:defRPr sz="800" b="1">
                <a:solidFill>
                  <a:schemeClr val="accent3"/>
                </a:solidFill>
              </a:defRPr>
            </a:lvl1pPr>
            <a:lvl2pPr lvl="1">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9pPr>
          </a:lstStyle>
          <a:p>
            <a:endParaRPr/>
          </a:p>
        </p:txBody>
      </p:sp>
      <p:sp>
        <p:nvSpPr>
          <p:cNvPr id="283" name="Google Shape;283;p17"/>
          <p:cNvSpPr txBox="1">
            <a:spLocks noGrp="1"/>
          </p:cNvSpPr>
          <p:nvPr>
            <p:ph type="subTitle" idx="18"/>
          </p:nvPr>
        </p:nvSpPr>
        <p:spPr>
          <a:xfrm>
            <a:off x="5877425" y="2657257"/>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accent3"/>
              </a:buClr>
              <a:buSzPts val="800"/>
              <a:buFont typeface="Urbanist"/>
              <a:buNone/>
              <a:defRPr sz="800" b="1">
                <a:solidFill>
                  <a:schemeClr val="accent3"/>
                </a:solidFill>
              </a:defRPr>
            </a:lvl1pPr>
            <a:lvl2pPr lvl="1">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sz="1200" b="1">
                <a:solidFill>
                  <a:schemeClr val="accent3"/>
                </a:solidFill>
                <a:latin typeface="Urbanist"/>
                <a:ea typeface="Urbanist"/>
                <a:cs typeface="Urbanist"/>
                <a:sym typeface="Urbanist"/>
              </a:defRPr>
            </a:lvl9pPr>
          </a:lstStyle>
          <a:p>
            <a:endParaRPr/>
          </a:p>
        </p:txBody>
      </p:sp>
      <p:sp>
        <p:nvSpPr>
          <p:cNvPr id="284" name="Google Shape;284;p17"/>
          <p:cNvSpPr txBox="1">
            <a:spLocks noGrp="1"/>
          </p:cNvSpPr>
          <p:nvPr>
            <p:ph type="subTitle" idx="19"/>
          </p:nvPr>
        </p:nvSpPr>
        <p:spPr>
          <a:xfrm>
            <a:off x="5877425" y="3354932"/>
            <a:ext cx="2911500" cy="228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Urbanist"/>
              <a:buNone/>
              <a:defRPr sz="1000" b="1"/>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a:endParaRPr/>
          </a:p>
        </p:txBody>
      </p:sp>
      <p:sp>
        <p:nvSpPr>
          <p:cNvPr id="285" name="Google Shape;285;p17"/>
          <p:cNvSpPr txBox="1">
            <a:spLocks noGrp="1"/>
          </p:cNvSpPr>
          <p:nvPr>
            <p:ph type="subTitle" idx="20"/>
          </p:nvPr>
        </p:nvSpPr>
        <p:spPr>
          <a:xfrm>
            <a:off x="228600" y="228600"/>
            <a:ext cx="2920800" cy="228600"/>
          </a:xfrm>
          <a:prstGeom prst="rect">
            <a:avLst/>
          </a:prstGeom>
        </p:spPr>
        <p:txBody>
          <a:bodyPr spcFirstLastPara="1" wrap="square" lIns="0" tIns="0" rIns="0" bIns="0" anchor="t" anchorCtr="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a:endParaRPr/>
          </a:p>
        </p:txBody>
      </p:sp>
      <p:sp>
        <p:nvSpPr>
          <p:cNvPr id="286" name="Google Shape;286;p17"/>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287" name="Google Shape;287;p17"/>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ilestones">
  <p:cSld name="CUSTOM_4">
    <p:spTree>
      <p:nvGrpSpPr>
        <p:cNvPr id="1" name="Shape 288"/>
        <p:cNvGrpSpPr/>
        <p:nvPr/>
      </p:nvGrpSpPr>
      <p:grpSpPr>
        <a:xfrm>
          <a:off x="0" y="0"/>
          <a:ext cx="0" cy="0"/>
          <a:chOff x="0" y="0"/>
          <a:chExt cx="0" cy="0"/>
        </a:xfrm>
      </p:grpSpPr>
      <p:sp>
        <p:nvSpPr>
          <p:cNvPr id="289" name="Google Shape;289;p18"/>
          <p:cNvSpPr txBox="1">
            <a:spLocks noGrp="1"/>
          </p:cNvSpPr>
          <p:nvPr>
            <p:ph type="body" idx="1"/>
          </p:nvPr>
        </p:nvSpPr>
        <p:spPr>
          <a:xfrm>
            <a:off x="2054000" y="2952175"/>
            <a:ext cx="1377600" cy="937800"/>
          </a:xfrm>
          <a:prstGeom prst="rect">
            <a:avLst/>
          </a:prstGeom>
        </p:spPr>
        <p:txBody>
          <a:bodyPr spcFirstLastPara="1" wrap="square" lIns="0" tIns="0" rIns="0" bIns="0" anchor="t" anchorCtr="0">
            <a:spAutoFit/>
          </a:bodyPr>
          <a:lstStyle>
            <a:lvl1pPr marL="457200" lvl="0" indent="-292100">
              <a:lnSpc>
                <a:spcPct val="100000"/>
              </a:lnSpc>
              <a:spcBef>
                <a:spcPts val="0"/>
              </a:spcBef>
              <a:spcAft>
                <a:spcPts val="0"/>
              </a:spcAft>
              <a:buSzPts val="1000"/>
              <a:buChar char="●"/>
              <a:defRPr sz="1000"/>
            </a:lvl1pPr>
            <a:lvl2pPr marL="914400" lvl="1" indent="-292100">
              <a:lnSpc>
                <a:spcPct val="100000"/>
              </a:lnSpc>
              <a:spcBef>
                <a:spcPts val="800"/>
              </a:spcBef>
              <a:spcAft>
                <a:spcPts val="0"/>
              </a:spcAft>
              <a:buSzPts val="1000"/>
              <a:buChar char="○"/>
              <a:defRPr sz="1000"/>
            </a:lvl2pPr>
            <a:lvl3pPr marL="1371600" lvl="2" indent="-292100">
              <a:lnSpc>
                <a:spcPct val="100000"/>
              </a:lnSpc>
              <a:spcBef>
                <a:spcPts val="800"/>
              </a:spcBef>
              <a:spcAft>
                <a:spcPts val="0"/>
              </a:spcAft>
              <a:buSzPts val="1000"/>
              <a:buChar char="■"/>
              <a:defRPr sz="1000"/>
            </a:lvl3pPr>
            <a:lvl4pPr marL="1828800" lvl="3" indent="-292100">
              <a:lnSpc>
                <a:spcPct val="100000"/>
              </a:lnSpc>
              <a:spcBef>
                <a:spcPts val="800"/>
              </a:spcBef>
              <a:spcAft>
                <a:spcPts val="0"/>
              </a:spcAft>
              <a:buSzPts val="1000"/>
              <a:buChar char="●"/>
              <a:defRPr sz="1000"/>
            </a:lvl4pPr>
            <a:lvl5pPr marL="2286000" lvl="4" indent="-292100">
              <a:lnSpc>
                <a:spcPct val="100000"/>
              </a:lnSpc>
              <a:spcBef>
                <a:spcPts val="800"/>
              </a:spcBef>
              <a:spcAft>
                <a:spcPts val="0"/>
              </a:spcAft>
              <a:buSzPts val="1000"/>
              <a:buChar char="○"/>
              <a:defRPr sz="1000"/>
            </a:lvl5pPr>
            <a:lvl6pPr marL="2743200" lvl="5" indent="-292100">
              <a:lnSpc>
                <a:spcPct val="100000"/>
              </a:lnSpc>
              <a:spcBef>
                <a:spcPts val="800"/>
              </a:spcBef>
              <a:spcAft>
                <a:spcPts val="0"/>
              </a:spcAft>
              <a:buSzPts val="1000"/>
              <a:buChar char="■"/>
              <a:defRPr sz="1000"/>
            </a:lvl6pPr>
            <a:lvl7pPr marL="3200400" lvl="6" indent="-292100">
              <a:lnSpc>
                <a:spcPct val="100000"/>
              </a:lnSpc>
              <a:spcBef>
                <a:spcPts val="800"/>
              </a:spcBef>
              <a:spcAft>
                <a:spcPts val="0"/>
              </a:spcAft>
              <a:buSzPts val="1000"/>
              <a:buChar char="●"/>
              <a:defRPr sz="1000"/>
            </a:lvl7pPr>
            <a:lvl8pPr marL="3657600" lvl="7" indent="-292100">
              <a:lnSpc>
                <a:spcPct val="100000"/>
              </a:lnSpc>
              <a:spcBef>
                <a:spcPts val="800"/>
              </a:spcBef>
              <a:spcAft>
                <a:spcPts val="0"/>
              </a:spcAft>
              <a:buSzPts val="1000"/>
              <a:buChar char="○"/>
              <a:defRPr sz="1000"/>
            </a:lvl8pPr>
            <a:lvl9pPr marL="4114800" lvl="8" indent="-292100">
              <a:lnSpc>
                <a:spcPct val="100000"/>
              </a:lnSpc>
              <a:spcBef>
                <a:spcPts val="800"/>
              </a:spcBef>
              <a:spcAft>
                <a:spcPts val="800"/>
              </a:spcAft>
              <a:buSzPts val="1000"/>
              <a:buChar char="■"/>
              <a:defRPr sz="1000"/>
            </a:lvl9pPr>
          </a:lstStyle>
          <a:p>
            <a:endParaRPr/>
          </a:p>
        </p:txBody>
      </p:sp>
      <p:sp>
        <p:nvSpPr>
          <p:cNvPr id="290" name="Google Shape;290;p18"/>
          <p:cNvSpPr txBox="1">
            <a:spLocks noGrp="1"/>
          </p:cNvSpPr>
          <p:nvPr>
            <p:ph type="body" idx="2"/>
          </p:nvPr>
        </p:nvSpPr>
        <p:spPr>
          <a:xfrm>
            <a:off x="246150" y="2952175"/>
            <a:ext cx="1458000" cy="8121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291" name="Google Shape;291;p18"/>
          <p:cNvSpPr txBox="1">
            <a:spLocks noGrp="1"/>
          </p:cNvSpPr>
          <p:nvPr>
            <p:ph type="subTitle" idx="3"/>
          </p:nvPr>
        </p:nvSpPr>
        <p:spPr>
          <a:xfrm>
            <a:off x="3829950" y="2667925"/>
            <a:ext cx="1339800" cy="144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a:endParaRPr/>
          </a:p>
        </p:txBody>
      </p:sp>
      <p:sp>
        <p:nvSpPr>
          <p:cNvPr id="292" name="Google Shape;292;p18"/>
          <p:cNvSpPr txBox="1">
            <a:spLocks noGrp="1"/>
          </p:cNvSpPr>
          <p:nvPr>
            <p:ph type="body" idx="4"/>
          </p:nvPr>
        </p:nvSpPr>
        <p:spPr>
          <a:xfrm>
            <a:off x="3848250" y="2952163"/>
            <a:ext cx="1458000" cy="8121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293" name="Google Shape;293;p18"/>
          <p:cNvSpPr txBox="1">
            <a:spLocks noGrp="1"/>
          </p:cNvSpPr>
          <p:nvPr>
            <p:ph type="subTitle" idx="5"/>
          </p:nvPr>
        </p:nvSpPr>
        <p:spPr>
          <a:xfrm>
            <a:off x="2077400" y="4218350"/>
            <a:ext cx="1377600" cy="144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a:endParaRPr/>
          </a:p>
        </p:txBody>
      </p:sp>
      <p:sp>
        <p:nvSpPr>
          <p:cNvPr id="294" name="Google Shape;294;p18"/>
          <p:cNvSpPr txBox="1">
            <a:spLocks noGrp="1"/>
          </p:cNvSpPr>
          <p:nvPr>
            <p:ph type="body" idx="6"/>
          </p:nvPr>
        </p:nvSpPr>
        <p:spPr>
          <a:xfrm>
            <a:off x="5634175" y="2952175"/>
            <a:ext cx="1458000" cy="8121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295" name="Google Shape;295;p18"/>
          <p:cNvSpPr txBox="1">
            <a:spLocks noGrp="1"/>
          </p:cNvSpPr>
          <p:nvPr>
            <p:ph type="subTitle" idx="7"/>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96" name="Google Shape;296;p18"/>
          <p:cNvSpPr txBox="1">
            <a:spLocks noGrp="1"/>
          </p:cNvSpPr>
          <p:nvPr>
            <p:ph type="subTitle" idx="8"/>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297" name="Google Shape;297;p18"/>
          <p:cNvSpPr txBox="1">
            <a:spLocks noGrp="1"/>
          </p:cNvSpPr>
          <p:nvPr>
            <p:ph type="subTitle" idx="9"/>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298" name="Google Shape;298;p18"/>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299" name="Google Shape;299;p18"/>
          <p:cNvSpPr txBox="1">
            <a:spLocks noGrp="1"/>
          </p:cNvSpPr>
          <p:nvPr>
            <p:ph type="title"/>
          </p:nvPr>
        </p:nvSpPr>
        <p:spPr>
          <a:xfrm>
            <a:off x="228600" y="613525"/>
            <a:ext cx="6841500" cy="753000"/>
          </a:xfrm>
          <a:prstGeom prst="rect">
            <a:avLst/>
          </a:prstGeom>
        </p:spPr>
        <p:txBody>
          <a:bodyPr spcFirstLastPara="1" wrap="square" lIns="0" tIns="0" rIns="91425" bIns="91425" anchor="t" anchorCtr="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a:endParaRPr/>
          </a:p>
        </p:txBody>
      </p:sp>
      <p:sp>
        <p:nvSpPr>
          <p:cNvPr id="300" name="Google Shape;300;p18"/>
          <p:cNvSpPr txBox="1">
            <a:spLocks noGrp="1"/>
          </p:cNvSpPr>
          <p:nvPr>
            <p:ph type="subTitle" idx="13"/>
          </p:nvPr>
        </p:nvSpPr>
        <p:spPr>
          <a:xfrm>
            <a:off x="277500" y="4218350"/>
            <a:ext cx="1377600" cy="144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dk1"/>
              </a:buClr>
              <a:buSzPts val="1000"/>
              <a:buFont typeface="Urbanist"/>
              <a:buNone/>
              <a:defRPr sz="1000">
                <a:solidFill>
                  <a:schemeClr val="dk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a:endParaRPr/>
          </a:p>
        </p:txBody>
      </p:sp>
      <p:sp>
        <p:nvSpPr>
          <p:cNvPr id="301" name="Google Shape;301;p18"/>
          <p:cNvSpPr txBox="1">
            <a:spLocks noGrp="1"/>
          </p:cNvSpPr>
          <p:nvPr>
            <p:ph type="subTitle" idx="14"/>
          </p:nvPr>
        </p:nvSpPr>
        <p:spPr>
          <a:xfrm>
            <a:off x="3877300" y="4218350"/>
            <a:ext cx="1377600" cy="144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a:endParaRPr/>
          </a:p>
        </p:txBody>
      </p:sp>
      <p:sp>
        <p:nvSpPr>
          <p:cNvPr id="302" name="Google Shape;302;p18"/>
          <p:cNvSpPr txBox="1">
            <a:spLocks noGrp="1"/>
          </p:cNvSpPr>
          <p:nvPr>
            <p:ph type="subTitle" idx="15"/>
          </p:nvPr>
        </p:nvSpPr>
        <p:spPr>
          <a:xfrm>
            <a:off x="5677200" y="4218350"/>
            <a:ext cx="1377600" cy="144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a:endParaRPr/>
          </a:p>
        </p:txBody>
      </p:sp>
      <p:sp>
        <p:nvSpPr>
          <p:cNvPr id="303" name="Google Shape;303;p18"/>
          <p:cNvSpPr txBox="1">
            <a:spLocks noGrp="1"/>
          </p:cNvSpPr>
          <p:nvPr>
            <p:ph type="subTitle" idx="16"/>
          </p:nvPr>
        </p:nvSpPr>
        <p:spPr>
          <a:xfrm>
            <a:off x="7477100" y="4218350"/>
            <a:ext cx="1377600" cy="144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a:endParaRPr/>
          </a:p>
        </p:txBody>
      </p:sp>
      <p:sp>
        <p:nvSpPr>
          <p:cNvPr id="304" name="Google Shape;304;p18"/>
          <p:cNvSpPr txBox="1">
            <a:spLocks noGrp="1"/>
          </p:cNvSpPr>
          <p:nvPr>
            <p:ph type="subTitle" idx="17"/>
          </p:nvPr>
        </p:nvSpPr>
        <p:spPr>
          <a:xfrm>
            <a:off x="238800" y="2667925"/>
            <a:ext cx="1339800" cy="1443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1200"/>
              <a:buFont typeface="Urbanist"/>
              <a:buNone/>
              <a:defRPr sz="1200" b="1">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5" name="Google Shape;305;p18"/>
          <p:cNvSpPr txBox="1">
            <a:spLocks noGrp="1"/>
          </p:cNvSpPr>
          <p:nvPr>
            <p:ph type="subTitle" idx="18"/>
          </p:nvPr>
        </p:nvSpPr>
        <p:spPr>
          <a:xfrm>
            <a:off x="2034375" y="2667925"/>
            <a:ext cx="1339800" cy="144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a:endParaRPr/>
          </a:p>
        </p:txBody>
      </p:sp>
      <p:sp>
        <p:nvSpPr>
          <p:cNvPr id="306" name="Google Shape;306;p18"/>
          <p:cNvSpPr txBox="1">
            <a:spLocks noGrp="1"/>
          </p:cNvSpPr>
          <p:nvPr>
            <p:ph type="subTitle" idx="19"/>
          </p:nvPr>
        </p:nvSpPr>
        <p:spPr>
          <a:xfrm>
            <a:off x="5645375" y="2667925"/>
            <a:ext cx="1339800" cy="144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a:endParaRPr/>
          </a:p>
        </p:txBody>
      </p:sp>
      <p:sp>
        <p:nvSpPr>
          <p:cNvPr id="307" name="Google Shape;307;p18"/>
          <p:cNvSpPr txBox="1">
            <a:spLocks noGrp="1"/>
          </p:cNvSpPr>
          <p:nvPr>
            <p:ph type="subTitle" idx="20"/>
          </p:nvPr>
        </p:nvSpPr>
        <p:spPr>
          <a:xfrm>
            <a:off x="7460789" y="2667925"/>
            <a:ext cx="1339800" cy="144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a:endParaRPr/>
          </a:p>
        </p:txBody>
      </p:sp>
      <p:sp>
        <p:nvSpPr>
          <p:cNvPr id="308" name="Google Shape;308;p18"/>
          <p:cNvSpPr txBox="1">
            <a:spLocks noGrp="1"/>
          </p:cNvSpPr>
          <p:nvPr>
            <p:ph type="subTitle" idx="21"/>
          </p:nvPr>
        </p:nvSpPr>
        <p:spPr>
          <a:xfrm>
            <a:off x="372900" y="2029450"/>
            <a:ext cx="314100" cy="338700"/>
          </a:xfrm>
          <a:prstGeom prst="rect">
            <a:avLst/>
          </a:prstGeom>
        </p:spPr>
        <p:txBody>
          <a:bodyPr spcFirstLastPara="1" wrap="square" lIns="0" tIns="0" rIns="0" bIns="0" anchor="t" anchorCtr="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a:endParaRPr/>
          </a:p>
        </p:txBody>
      </p:sp>
      <p:sp>
        <p:nvSpPr>
          <p:cNvPr id="309" name="Google Shape;309;p18"/>
          <p:cNvSpPr txBox="1">
            <a:spLocks noGrp="1"/>
          </p:cNvSpPr>
          <p:nvPr>
            <p:ph type="subTitle" idx="22"/>
          </p:nvPr>
        </p:nvSpPr>
        <p:spPr>
          <a:xfrm>
            <a:off x="2178663" y="2027390"/>
            <a:ext cx="314100" cy="338700"/>
          </a:xfrm>
          <a:prstGeom prst="rect">
            <a:avLst/>
          </a:prstGeom>
        </p:spPr>
        <p:txBody>
          <a:bodyPr spcFirstLastPara="1" wrap="square" lIns="0" tIns="0" rIns="0" bIns="0" anchor="t" anchorCtr="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sz="1600" b="1">
                <a:solidFill>
                  <a:schemeClr val="accent3"/>
                </a:solidFill>
              </a:defRPr>
            </a:lvl2pPr>
            <a:lvl3pPr lvl="2" algn="ctr">
              <a:spcBef>
                <a:spcPts val="0"/>
              </a:spcBef>
              <a:spcAft>
                <a:spcPts val="0"/>
              </a:spcAft>
              <a:buClr>
                <a:schemeClr val="accent3"/>
              </a:buClr>
              <a:buSzPts val="1600"/>
              <a:buNone/>
              <a:defRPr sz="1600" b="1">
                <a:solidFill>
                  <a:schemeClr val="accent3"/>
                </a:solidFill>
              </a:defRPr>
            </a:lvl3pPr>
            <a:lvl4pPr lvl="3" algn="ctr">
              <a:spcBef>
                <a:spcPts val="0"/>
              </a:spcBef>
              <a:spcAft>
                <a:spcPts val="0"/>
              </a:spcAft>
              <a:buClr>
                <a:schemeClr val="accent3"/>
              </a:buClr>
              <a:buSzPts val="1600"/>
              <a:buNone/>
              <a:defRPr sz="1600" b="1">
                <a:solidFill>
                  <a:schemeClr val="accent3"/>
                </a:solidFill>
              </a:defRPr>
            </a:lvl4pPr>
            <a:lvl5pPr lvl="4" algn="ctr">
              <a:spcBef>
                <a:spcPts val="0"/>
              </a:spcBef>
              <a:spcAft>
                <a:spcPts val="0"/>
              </a:spcAft>
              <a:buClr>
                <a:schemeClr val="accent3"/>
              </a:buClr>
              <a:buSzPts val="1600"/>
              <a:buNone/>
              <a:defRPr sz="1600" b="1">
                <a:solidFill>
                  <a:schemeClr val="accent3"/>
                </a:solidFill>
              </a:defRPr>
            </a:lvl5pPr>
            <a:lvl6pPr lvl="5" algn="ctr">
              <a:spcBef>
                <a:spcPts val="0"/>
              </a:spcBef>
              <a:spcAft>
                <a:spcPts val="0"/>
              </a:spcAft>
              <a:buClr>
                <a:schemeClr val="accent3"/>
              </a:buClr>
              <a:buSzPts val="1600"/>
              <a:buNone/>
              <a:defRPr sz="1600" b="1">
                <a:solidFill>
                  <a:schemeClr val="accent3"/>
                </a:solidFill>
              </a:defRPr>
            </a:lvl6pPr>
            <a:lvl7pPr lvl="6" algn="ctr">
              <a:spcBef>
                <a:spcPts val="0"/>
              </a:spcBef>
              <a:spcAft>
                <a:spcPts val="0"/>
              </a:spcAft>
              <a:buClr>
                <a:schemeClr val="accent3"/>
              </a:buClr>
              <a:buSzPts val="1600"/>
              <a:buNone/>
              <a:defRPr sz="1600" b="1">
                <a:solidFill>
                  <a:schemeClr val="accent3"/>
                </a:solidFill>
              </a:defRPr>
            </a:lvl7pPr>
            <a:lvl8pPr lvl="7" algn="ctr">
              <a:spcBef>
                <a:spcPts val="0"/>
              </a:spcBef>
              <a:spcAft>
                <a:spcPts val="0"/>
              </a:spcAft>
              <a:buClr>
                <a:schemeClr val="accent3"/>
              </a:buClr>
              <a:buSzPts val="1600"/>
              <a:buNone/>
              <a:defRPr sz="1600" b="1">
                <a:solidFill>
                  <a:schemeClr val="accent3"/>
                </a:solidFill>
              </a:defRPr>
            </a:lvl8pPr>
            <a:lvl9pPr lvl="8" algn="ctr">
              <a:spcBef>
                <a:spcPts val="0"/>
              </a:spcBef>
              <a:spcAft>
                <a:spcPts val="0"/>
              </a:spcAft>
              <a:buClr>
                <a:schemeClr val="accent3"/>
              </a:buClr>
              <a:buSzPts val="1600"/>
              <a:buNone/>
              <a:defRPr sz="1600" b="1">
                <a:solidFill>
                  <a:schemeClr val="accent3"/>
                </a:solidFill>
              </a:defRPr>
            </a:lvl9pPr>
          </a:lstStyle>
          <a:p>
            <a:endParaRPr/>
          </a:p>
        </p:txBody>
      </p:sp>
      <p:sp>
        <p:nvSpPr>
          <p:cNvPr id="310" name="Google Shape;310;p18"/>
          <p:cNvSpPr txBox="1">
            <a:spLocks noGrp="1"/>
          </p:cNvSpPr>
          <p:nvPr>
            <p:ph type="subTitle" idx="23"/>
          </p:nvPr>
        </p:nvSpPr>
        <p:spPr>
          <a:xfrm>
            <a:off x="3974250" y="2027390"/>
            <a:ext cx="314100" cy="338700"/>
          </a:xfrm>
          <a:prstGeom prst="rect">
            <a:avLst/>
          </a:prstGeom>
        </p:spPr>
        <p:txBody>
          <a:bodyPr spcFirstLastPara="1" wrap="square" lIns="0" tIns="0" rIns="0" bIns="0" anchor="t" anchorCtr="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sz="1600" b="1">
                <a:solidFill>
                  <a:schemeClr val="accent3"/>
                </a:solidFill>
              </a:defRPr>
            </a:lvl2pPr>
            <a:lvl3pPr lvl="2" algn="ctr">
              <a:spcBef>
                <a:spcPts val="0"/>
              </a:spcBef>
              <a:spcAft>
                <a:spcPts val="0"/>
              </a:spcAft>
              <a:buClr>
                <a:schemeClr val="accent3"/>
              </a:buClr>
              <a:buSzPts val="1600"/>
              <a:buNone/>
              <a:defRPr sz="1600" b="1">
                <a:solidFill>
                  <a:schemeClr val="accent3"/>
                </a:solidFill>
              </a:defRPr>
            </a:lvl3pPr>
            <a:lvl4pPr lvl="3" algn="ctr">
              <a:spcBef>
                <a:spcPts val="0"/>
              </a:spcBef>
              <a:spcAft>
                <a:spcPts val="0"/>
              </a:spcAft>
              <a:buClr>
                <a:schemeClr val="accent3"/>
              </a:buClr>
              <a:buSzPts val="1600"/>
              <a:buNone/>
              <a:defRPr sz="1600" b="1">
                <a:solidFill>
                  <a:schemeClr val="accent3"/>
                </a:solidFill>
              </a:defRPr>
            </a:lvl4pPr>
            <a:lvl5pPr lvl="4" algn="ctr">
              <a:spcBef>
                <a:spcPts val="0"/>
              </a:spcBef>
              <a:spcAft>
                <a:spcPts val="0"/>
              </a:spcAft>
              <a:buClr>
                <a:schemeClr val="accent3"/>
              </a:buClr>
              <a:buSzPts val="1600"/>
              <a:buNone/>
              <a:defRPr sz="1600" b="1">
                <a:solidFill>
                  <a:schemeClr val="accent3"/>
                </a:solidFill>
              </a:defRPr>
            </a:lvl5pPr>
            <a:lvl6pPr lvl="5" algn="ctr">
              <a:spcBef>
                <a:spcPts val="0"/>
              </a:spcBef>
              <a:spcAft>
                <a:spcPts val="0"/>
              </a:spcAft>
              <a:buClr>
                <a:schemeClr val="accent3"/>
              </a:buClr>
              <a:buSzPts val="1600"/>
              <a:buNone/>
              <a:defRPr sz="1600" b="1">
                <a:solidFill>
                  <a:schemeClr val="accent3"/>
                </a:solidFill>
              </a:defRPr>
            </a:lvl6pPr>
            <a:lvl7pPr lvl="6" algn="ctr">
              <a:spcBef>
                <a:spcPts val="0"/>
              </a:spcBef>
              <a:spcAft>
                <a:spcPts val="0"/>
              </a:spcAft>
              <a:buClr>
                <a:schemeClr val="accent3"/>
              </a:buClr>
              <a:buSzPts val="1600"/>
              <a:buNone/>
              <a:defRPr sz="1600" b="1">
                <a:solidFill>
                  <a:schemeClr val="accent3"/>
                </a:solidFill>
              </a:defRPr>
            </a:lvl7pPr>
            <a:lvl8pPr lvl="7" algn="ctr">
              <a:spcBef>
                <a:spcPts val="0"/>
              </a:spcBef>
              <a:spcAft>
                <a:spcPts val="0"/>
              </a:spcAft>
              <a:buClr>
                <a:schemeClr val="accent3"/>
              </a:buClr>
              <a:buSzPts val="1600"/>
              <a:buNone/>
              <a:defRPr sz="1600" b="1">
                <a:solidFill>
                  <a:schemeClr val="accent3"/>
                </a:solidFill>
              </a:defRPr>
            </a:lvl8pPr>
            <a:lvl9pPr lvl="8" algn="ctr">
              <a:spcBef>
                <a:spcPts val="0"/>
              </a:spcBef>
              <a:spcAft>
                <a:spcPts val="0"/>
              </a:spcAft>
              <a:buClr>
                <a:schemeClr val="accent3"/>
              </a:buClr>
              <a:buSzPts val="1600"/>
              <a:buNone/>
              <a:defRPr sz="1600" b="1">
                <a:solidFill>
                  <a:schemeClr val="accent3"/>
                </a:solidFill>
              </a:defRPr>
            </a:lvl9pPr>
          </a:lstStyle>
          <a:p>
            <a:endParaRPr/>
          </a:p>
        </p:txBody>
      </p:sp>
      <p:sp>
        <p:nvSpPr>
          <p:cNvPr id="311" name="Google Shape;311;p18"/>
          <p:cNvSpPr txBox="1">
            <a:spLocks noGrp="1"/>
          </p:cNvSpPr>
          <p:nvPr>
            <p:ph type="subTitle" idx="24"/>
          </p:nvPr>
        </p:nvSpPr>
        <p:spPr>
          <a:xfrm>
            <a:off x="5789675" y="2027390"/>
            <a:ext cx="314100" cy="338700"/>
          </a:xfrm>
          <a:prstGeom prst="rect">
            <a:avLst/>
          </a:prstGeom>
        </p:spPr>
        <p:txBody>
          <a:bodyPr spcFirstLastPara="1" wrap="square" lIns="0" tIns="0" rIns="0" bIns="0" anchor="t" anchorCtr="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sz="1600" b="1">
                <a:solidFill>
                  <a:schemeClr val="accent3"/>
                </a:solidFill>
              </a:defRPr>
            </a:lvl2pPr>
            <a:lvl3pPr lvl="2" algn="ctr">
              <a:spcBef>
                <a:spcPts val="0"/>
              </a:spcBef>
              <a:spcAft>
                <a:spcPts val="0"/>
              </a:spcAft>
              <a:buClr>
                <a:schemeClr val="accent3"/>
              </a:buClr>
              <a:buSzPts val="1600"/>
              <a:buNone/>
              <a:defRPr sz="1600" b="1">
                <a:solidFill>
                  <a:schemeClr val="accent3"/>
                </a:solidFill>
              </a:defRPr>
            </a:lvl3pPr>
            <a:lvl4pPr lvl="3" algn="ctr">
              <a:spcBef>
                <a:spcPts val="0"/>
              </a:spcBef>
              <a:spcAft>
                <a:spcPts val="0"/>
              </a:spcAft>
              <a:buClr>
                <a:schemeClr val="accent3"/>
              </a:buClr>
              <a:buSzPts val="1600"/>
              <a:buNone/>
              <a:defRPr sz="1600" b="1">
                <a:solidFill>
                  <a:schemeClr val="accent3"/>
                </a:solidFill>
              </a:defRPr>
            </a:lvl4pPr>
            <a:lvl5pPr lvl="4" algn="ctr">
              <a:spcBef>
                <a:spcPts val="0"/>
              </a:spcBef>
              <a:spcAft>
                <a:spcPts val="0"/>
              </a:spcAft>
              <a:buClr>
                <a:schemeClr val="accent3"/>
              </a:buClr>
              <a:buSzPts val="1600"/>
              <a:buNone/>
              <a:defRPr sz="1600" b="1">
                <a:solidFill>
                  <a:schemeClr val="accent3"/>
                </a:solidFill>
              </a:defRPr>
            </a:lvl5pPr>
            <a:lvl6pPr lvl="5" algn="ctr">
              <a:spcBef>
                <a:spcPts val="0"/>
              </a:spcBef>
              <a:spcAft>
                <a:spcPts val="0"/>
              </a:spcAft>
              <a:buClr>
                <a:schemeClr val="accent3"/>
              </a:buClr>
              <a:buSzPts val="1600"/>
              <a:buNone/>
              <a:defRPr sz="1600" b="1">
                <a:solidFill>
                  <a:schemeClr val="accent3"/>
                </a:solidFill>
              </a:defRPr>
            </a:lvl6pPr>
            <a:lvl7pPr lvl="6" algn="ctr">
              <a:spcBef>
                <a:spcPts val="0"/>
              </a:spcBef>
              <a:spcAft>
                <a:spcPts val="0"/>
              </a:spcAft>
              <a:buClr>
                <a:schemeClr val="accent3"/>
              </a:buClr>
              <a:buSzPts val="1600"/>
              <a:buNone/>
              <a:defRPr sz="1600" b="1">
                <a:solidFill>
                  <a:schemeClr val="accent3"/>
                </a:solidFill>
              </a:defRPr>
            </a:lvl7pPr>
            <a:lvl8pPr lvl="7" algn="ctr">
              <a:spcBef>
                <a:spcPts val="0"/>
              </a:spcBef>
              <a:spcAft>
                <a:spcPts val="0"/>
              </a:spcAft>
              <a:buClr>
                <a:schemeClr val="accent3"/>
              </a:buClr>
              <a:buSzPts val="1600"/>
              <a:buNone/>
              <a:defRPr sz="1600" b="1">
                <a:solidFill>
                  <a:schemeClr val="accent3"/>
                </a:solidFill>
              </a:defRPr>
            </a:lvl8pPr>
            <a:lvl9pPr lvl="8" algn="ctr">
              <a:spcBef>
                <a:spcPts val="0"/>
              </a:spcBef>
              <a:spcAft>
                <a:spcPts val="0"/>
              </a:spcAft>
              <a:buClr>
                <a:schemeClr val="accent3"/>
              </a:buClr>
              <a:buSzPts val="1600"/>
              <a:buNone/>
              <a:defRPr sz="1600" b="1">
                <a:solidFill>
                  <a:schemeClr val="accent3"/>
                </a:solidFill>
              </a:defRPr>
            </a:lvl9pPr>
          </a:lstStyle>
          <a:p>
            <a:endParaRPr/>
          </a:p>
        </p:txBody>
      </p:sp>
      <p:sp>
        <p:nvSpPr>
          <p:cNvPr id="312" name="Google Shape;312;p18"/>
          <p:cNvSpPr txBox="1">
            <a:spLocks noGrp="1"/>
          </p:cNvSpPr>
          <p:nvPr>
            <p:ph type="subTitle" idx="25"/>
          </p:nvPr>
        </p:nvSpPr>
        <p:spPr>
          <a:xfrm>
            <a:off x="7605089" y="2027390"/>
            <a:ext cx="314100" cy="338700"/>
          </a:xfrm>
          <a:prstGeom prst="rect">
            <a:avLst/>
          </a:prstGeom>
        </p:spPr>
        <p:txBody>
          <a:bodyPr spcFirstLastPara="1" wrap="square" lIns="0" tIns="0" rIns="0" bIns="0" anchor="t" anchorCtr="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sz="1600" b="1">
                <a:solidFill>
                  <a:schemeClr val="accent3"/>
                </a:solidFill>
              </a:defRPr>
            </a:lvl2pPr>
            <a:lvl3pPr lvl="2" algn="ctr">
              <a:spcBef>
                <a:spcPts val="0"/>
              </a:spcBef>
              <a:spcAft>
                <a:spcPts val="0"/>
              </a:spcAft>
              <a:buClr>
                <a:schemeClr val="accent3"/>
              </a:buClr>
              <a:buSzPts val="1600"/>
              <a:buNone/>
              <a:defRPr sz="1600" b="1">
                <a:solidFill>
                  <a:schemeClr val="accent3"/>
                </a:solidFill>
              </a:defRPr>
            </a:lvl3pPr>
            <a:lvl4pPr lvl="3" algn="ctr">
              <a:spcBef>
                <a:spcPts val="0"/>
              </a:spcBef>
              <a:spcAft>
                <a:spcPts val="0"/>
              </a:spcAft>
              <a:buClr>
                <a:schemeClr val="accent3"/>
              </a:buClr>
              <a:buSzPts val="1600"/>
              <a:buNone/>
              <a:defRPr sz="1600" b="1">
                <a:solidFill>
                  <a:schemeClr val="accent3"/>
                </a:solidFill>
              </a:defRPr>
            </a:lvl4pPr>
            <a:lvl5pPr lvl="4" algn="ctr">
              <a:spcBef>
                <a:spcPts val="0"/>
              </a:spcBef>
              <a:spcAft>
                <a:spcPts val="0"/>
              </a:spcAft>
              <a:buClr>
                <a:schemeClr val="accent3"/>
              </a:buClr>
              <a:buSzPts val="1600"/>
              <a:buNone/>
              <a:defRPr sz="1600" b="1">
                <a:solidFill>
                  <a:schemeClr val="accent3"/>
                </a:solidFill>
              </a:defRPr>
            </a:lvl5pPr>
            <a:lvl6pPr lvl="5" algn="ctr">
              <a:spcBef>
                <a:spcPts val="0"/>
              </a:spcBef>
              <a:spcAft>
                <a:spcPts val="0"/>
              </a:spcAft>
              <a:buClr>
                <a:schemeClr val="accent3"/>
              </a:buClr>
              <a:buSzPts val="1600"/>
              <a:buNone/>
              <a:defRPr sz="1600" b="1">
                <a:solidFill>
                  <a:schemeClr val="accent3"/>
                </a:solidFill>
              </a:defRPr>
            </a:lvl6pPr>
            <a:lvl7pPr lvl="6" algn="ctr">
              <a:spcBef>
                <a:spcPts val="0"/>
              </a:spcBef>
              <a:spcAft>
                <a:spcPts val="0"/>
              </a:spcAft>
              <a:buClr>
                <a:schemeClr val="accent3"/>
              </a:buClr>
              <a:buSzPts val="1600"/>
              <a:buNone/>
              <a:defRPr sz="1600" b="1">
                <a:solidFill>
                  <a:schemeClr val="accent3"/>
                </a:solidFill>
              </a:defRPr>
            </a:lvl7pPr>
            <a:lvl8pPr lvl="7" algn="ctr">
              <a:spcBef>
                <a:spcPts val="0"/>
              </a:spcBef>
              <a:spcAft>
                <a:spcPts val="0"/>
              </a:spcAft>
              <a:buClr>
                <a:schemeClr val="accent3"/>
              </a:buClr>
              <a:buSzPts val="1600"/>
              <a:buNone/>
              <a:defRPr sz="1600" b="1">
                <a:solidFill>
                  <a:schemeClr val="accent3"/>
                </a:solidFill>
              </a:defRPr>
            </a:lvl8pPr>
            <a:lvl9pPr lvl="8" algn="ctr">
              <a:spcBef>
                <a:spcPts val="0"/>
              </a:spcBef>
              <a:spcAft>
                <a:spcPts val="0"/>
              </a:spcAft>
              <a:buClr>
                <a:schemeClr val="accent3"/>
              </a:buClr>
              <a:buSzPts val="1600"/>
              <a:buNone/>
              <a:defRPr sz="1600" b="1">
                <a:solidFill>
                  <a:schemeClr val="accent3"/>
                </a:solidFill>
              </a:defRPr>
            </a:lvl9pPr>
          </a:lstStyle>
          <a:p>
            <a:endParaRPr/>
          </a:p>
        </p:txBody>
      </p:sp>
      <p:sp>
        <p:nvSpPr>
          <p:cNvPr id="313" name="Google Shape;313;p18"/>
          <p:cNvSpPr txBox="1">
            <a:spLocks noGrp="1"/>
          </p:cNvSpPr>
          <p:nvPr>
            <p:ph type="body" idx="26"/>
          </p:nvPr>
        </p:nvSpPr>
        <p:spPr>
          <a:xfrm>
            <a:off x="7450350" y="2952175"/>
            <a:ext cx="1458000" cy="8121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Urbanist"/>
              <a:buChar char="●"/>
              <a:defRPr sz="1000"/>
            </a:lvl1pPr>
            <a:lvl2pPr marL="914400" lvl="1" indent="-292100">
              <a:spcBef>
                <a:spcPts val="0"/>
              </a:spcBef>
              <a:spcAft>
                <a:spcPts val="0"/>
              </a:spcAft>
              <a:buClr>
                <a:schemeClr val="lt1"/>
              </a:buClr>
              <a:buSzPts val="1000"/>
              <a:buFont typeface="Urbanist"/>
              <a:buChar char="○"/>
              <a:defRPr sz="1000"/>
            </a:lvl2pPr>
            <a:lvl3pPr marL="1371600" lvl="2" indent="-292100">
              <a:spcBef>
                <a:spcPts val="0"/>
              </a:spcBef>
              <a:spcAft>
                <a:spcPts val="0"/>
              </a:spcAft>
              <a:buClr>
                <a:schemeClr val="lt1"/>
              </a:buClr>
              <a:buSzPts val="1000"/>
              <a:buFont typeface="Urbanist"/>
              <a:buChar char="■"/>
              <a:defRPr sz="1000"/>
            </a:lvl3pPr>
            <a:lvl4pPr marL="1828800" lvl="3" indent="-292100">
              <a:spcBef>
                <a:spcPts val="0"/>
              </a:spcBef>
              <a:spcAft>
                <a:spcPts val="0"/>
              </a:spcAft>
              <a:buClr>
                <a:schemeClr val="lt1"/>
              </a:buClr>
              <a:buSzPts val="1000"/>
              <a:buFont typeface="Urbanist"/>
              <a:buChar char="●"/>
              <a:defRPr sz="1000"/>
            </a:lvl4pPr>
            <a:lvl5pPr marL="2286000" lvl="4" indent="-292100">
              <a:spcBef>
                <a:spcPts val="0"/>
              </a:spcBef>
              <a:spcAft>
                <a:spcPts val="0"/>
              </a:spcAft>
              <a:buClr>
                <a:schemeClr val="lt1"/>
              </a:buClr>
              <a:buSzPts val="1000"/>
              <a:buFont typeface="Urbanist"/>
              <a:buChar char="○"/>
              <a:defRPr sz="1000"/>
            </a:lvl5pPr>
            <a:lvl6pPr marL="2743200" lvl="5" indent="-292100">
              <a:spcBef>
                <a:spcPts val="0"/>
              </a:spcBef>
              <a:spcAft>
                <a:spcPts val="0"/>
              </a:spcAft>
              <a:buClr>
                <a:schemeClr val="lt1"/>
              </a:buClr>
              <a:buSzPts val="1000"/>
              <a:buFont typeface="Urbanist"/>
              <a:buChar char="■"/>
              <a:defRPr sz="1000"/>
            </a:lvl6pPr>
            <a:lvl7pPr marL="3200400" lvl="6" indent="-292100">
              <a:spcBef>
                <a:spcPts val="0"/>
              </a:spcBef>
              <a:spcAft>
                <a:spcPts val="0"/>
              </a:spcAft>
              <a:buClr>
                <a:schemeClr val="lt1"/>
              </a:buClr>
              <a:buSzPts val="1000"/>
              <a:buFont typeface="Urbanist"/>
              <a:buChar char="●"/>
              <a:defRPr sz="1000"/>
            </a:lvl7pPr>
            <a:lvl8pPr marL="3657600" lvl="7" indent="-292100">
              <a:spcBef>
                <a:spcPts val="0"/>
              </a:spcBef>
              <a:spcAft>
                <a:spcPts val="0"/>
              </a:spcAft>
              <a:buClr>
                <a:schemeClr val="lt1"/>
              </a:buClr>
              <a:buSzPts val="1000"/>
              <a:buFont typeface="Urbanist"/>
              <a:buChar char="○"/>
              <a:defRPr sz="1000"/>
            </a:lvl8pPr>
            <a:lvl9pPr marL="4114800" lvl="8" indent="-292100">
              <a:spcBef>
                <a:spcPts val="0"/>
              </a:spcBef>
              <a:spcAft>
                <a:spcPts val="0"/>
              </a:spcAft>
              <a:buClr>
                <a:schemeClr val="lt1"/>
              </a:buClr>
              <a:buSzPts val="1000"/>
              <a:buFont typeface="Urbanist"/>
              <a:buChar char="■"/>
              <a:defRPr sz="1000"/>
            </a:lvl9pPr>
          </a:lstStyle>
          <a:p>
            <a:endParaRPr/>
          </a:p>
        </p:txBody>
      </p:sp>
      <p:sp>
        <p:nvSpPr>
          <p:cNvPr id="314" name="Google Shape;314;p18"/>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315" name="Google Shape;315;p18"/>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etrics ">
  <p:cSld name="CUSTOM_5">
    <p:spTree>
      <p:nvGrpSpPr>
        <p:cNvPr id="1" name="Shape 316"/>
        <p:cNvGrpSpPr/>
        <p:nvPr/>
      </p:nvGrpSpPr>
      <p:grpSpPr>
        <a:xfrm>
          <a:off x="0" y="0"/>
          <a:ext cx="0" cy="0"/>
          <a:chOff x="0" y="0"/>
          <a:chExt cx="0" cy="0"/>
        </a:xfrm>
      </p:grpSpPr>
      <p:sp>
        <p:nvSpPr>
          <p:cNvPr id="317" name="Google Shape;317;p19"/>
          <p:cNvSpPr txBox="1">
            <a:spLocks noGrp="1"/>
          </p:cNvSpPr>
          <p:nvPr>
            <p:ph type="subTitle" idx="1"/>
          </p:nvPr>
        </p:nvSpPr>
        <p:spPr>
          <a:xfrm>
            <a:off x="320625" y="4675975"/>
            <a:ext cx="27000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18" name="Google Shape;318;p19"/>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sp>
        <p:nvSpPr>
          <p:cNvPr id="319" name="Google Shape;319;p19"/>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a:endParaRPr/>
          </a:p>
        </p:txBody>
      </p:sp>
      <p:cxnSp>
        <p:nvCxnSpPr>
          <p:cNvPr id="320" name="Google Shape;320;p19"/>
          <p:cNvCxnSpPr/>
          <p:nvPr/>
        </p:nvCxnSpPr>
        <p:spPr>
          <a:xfrm>
            <a:off x="238800" y="4683300"/>
            <a:ext cx="8676900" cy="0"/>
          </a:xfrm>
          <a:prstGeom prst="straightConnector1">
            <a:avLst/>
          </a:prstGeom>
          <a:noFill/>
          <a:ln w="9525" cap="flat" cmpd="sng">
            <a:solidFill>
              <a:schemeClr val="accent1"/>
            </a:solidFill>
            <a:prstDash val="solid"/>
            <a:round/>
            <a:headEnd type="none" w="med" len="med"/>
            <a:tailEnd type="none" w="med" len="med"/>
          </a:ln>
        </p:spPr>
      </p:cxnSp>
      <p:sp>
        <p:nvSpPr>
          <p:cNvPr id="321" name="Google Shape;321;p19"/>
          <p:cNvSpPr/>
          <p:nvPr/>
        </p:nvSpPr>
        <p:spPr>
          <a:xfrm>
            <a:off x="228600" y="4837500"/>
            <a:ext cx="48900" cy="48900"/>
          </a:xfrm>
          <a:prstGeom prst="ellips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322" name="Google Shape;322;p19"/>
          <p:cNvSpPr/>
          <p:nvPr/>
        </p:nvSpPr>
        <p:spPr>
          <a:xfrm>
            <a:off x="4618950" y="4839000"/>
            <a:ext cx="45900" cy="45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Urbanist"/>
              <a:ea typeface="Urbanist"/>
              <a:cs typeface="Urbanist"/>
              <a:sym typeface="Urbanist"/>
            </a:endParaRPr>
          </a:p>
        </p:txBody>
      </p:sp>
      <p:sp>
        <p:nvSpPr>
          <p:cNvPr id="323" name="Google Shape;323;p19"/>
          <p:cNvSpPr txBox="1">
            <a:spLocks noGrp="1"/>
          </p:cNvSpPr>
          <p:nvPr>
            <p:ph type="subTitle" idx="4"/>
          </p:nvPr>
        </p:nvSpPr>
        <p:spPr>
          <a:xfrm>
            <a:off x="6314800" y="458325"/>
            <a:ext cx="2294700" cy="330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6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4" name="Google Shape;324;p19"/>
          <p:cNvSpPr txBox="1">
            <a:spLocks noGrp="1"/>
          </p:cNvSpPr>
          <p:nvPr>
            <p:ph type="title"/>
          </p:nvPr>
        </p:nvSpPr>
        <p:spPr>
          <a:xfrm>
            <a:off x="237650" y="746900"/>
            <a:ext cx="2834700" cy="25908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a:endParaRPr/>
          </a:p>
        </p:txBody>
      </p:sp>
      <p:sp>
        <p:nvSpPr>
          <p:cNvPr id="325" name="Google Shape;325;p19"/>
          <p:cNvSpPr txBox="1">
            <a:spLocks noGrp="1"/>
          </p:cNvSpPr>
          <p:nvPr>
            <p:ph type="subTitle" idx="5"/>
          </p:nvPr>
        </p:nvSpPr>
        <p:spPr>
          <a:xfrm>
            <a:off x="229175" y="229175"/>
            <a:ext cx="2834700" cy="330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a:endParaRPr/>
          </a:p>
        </p:txBody>
      </p:sp>
      <p:sp>
        <p:nvSpPr>
          <p:cNvPr id="326" name="Google Shape;326;p19"/>
          <p:cNvSpPr txBox="1">
            <a:spLocks noGrp="1"/>
          </p:cNvSpPr>
          <p:nvPr>
            <p:ph type="subTitle" idx="6"/>
          </p:nvPr>
        </p:nvSpPr>
        <p:spPr>
          <a:xfrm>
            <a:off x="3437500" y="882725"/>
            <a:ext cx="2294700" cy="5007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327" name="Google Shape;327;p19"/>
          <p:cNvSpPr txBox="1">
            <a:spLocks noGrp="1"/>
          </p:cNvSpPr>
          <p:nvPr>
            <p:ph type="title" idx="7"/>
          </p:nvPr>
        </p:nvSpPr>
        <p:spPr>
          <a:xfrm>
            <a:off x="3611850" y="1848195"/>
            <a:ext cx="1924200" cy="5940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6200"/>
              <a:buNone/>
              <a:defRPr sz="6200"/>
            </a:lvl1pPr>
            <a:lvl2pPr lvl="1">
              <a:spcBef>
                <a:spcPts val="0"/>
              </a:spcBef>
              <a:spcAft>
                <a:spcPts val="0"/>
              </a:spcAft>
              <a:buClr>
                <a:schemeClr val="lt1"/>
              </a:buClr>
              <a:buSzPts val="6200"/>
              <a:buNone/>
              <a:defRPr sz="6200"/>
            </a:lvl2pPr>
            <a:lvl3pPr lvl="2">
              <a:spcBef>
                <a:spcPts val="0"/>
              </a:spcBef>
              <a:spcAft>
                <a:spcPts val="0"/>
              </a:spcAft>
              <a:buClr>
                <a:schemeClr val="lt1"/>
              </a:buClr>
              <a:buSzPts val="6200"/>
              <a:buNone/>
              <a:defRPr sz="6200"/>
            </a:lvl3pPr>
            <a:lvl4pPr lvl="3">
              <a:spcBef>
                <a:spcPts val="0"/>
              </a:spcBef>
              <a:spcAft>
                <a:spcPts val="0"/>
              </a:spcAft>
              <a:buClr>
                <a:schemeClr val="lt1"/>
              </a:buClr>
              <a:buSzPts val="6200"/>
              <a:buNone/>
              <a:defRPr sz="6200"/>
            </a:lvl4pPr>
            <a:lvl5pPr lvl="4">
              <a:spcBef>
                <a:spcPts val="0"/>
              </a:spcBef>
              <a:spcAft>
                <a:spcPts val="0"/>
              </a:spcAft>
              <a:buClr>
                <a:schemeClr val="lt1"/>
              </a:buClr>
              <a:buSzPts val="6200"/>
              <a:buNone/>
              <a:defRPr sz="6200"/>
            </a:lvl5pPr>
            <a:lvl6pPr lvl="5">
              <a:spcBef>
                <a:spcPts val="0"/>
              </a:spcBef>
              <a:spcAft>
                <a:spcPts val="0"/>
              </a:spcAft>
              <a:buClr>
                <a:schemeClr val="lt1"/>
              </a:buClr>
              <a:buSzPts val="6200"/>
              <a:buNone/>
              <a:defRPr sz="6200"/>
            </a:lvl6pPr>
            <a:lvl7pPr lvl="6">
              <a:spcBef>
                <a:spcPts val="0"/>
              </a:spcBef>
              <a:spcAft>
                <a:spcPts val="0"/>
              </a:spcAft>
              <a:buClr>
                <a:schemeClr val="lt1"/>
              </a:buClr>
              <a:buSzPts val="6200"/>
              <a:buNone/>
              <a:defRPr sz="6200"/>
            </a:lvl7pPr>
            <a:lvl8pPr lvl="7">
              <a:spcBef>
                <a:spcPts val="0"/>
              </a:spcBef>
              <a:spcAft>
                <a:spcPts val="0"/>
              </a:spcAft>
              <a:buClr>
                <a:schemeClr val="lt1"/>
              </a:buClr>
              <a:buSzPts val="6200"/>
              <a:buNone/>
              <a:defRPr sz="6200"/>
            </a:lvl8pPr>
            <a:lvl9pPr lvl="8">
              <a:spcBef>
                <a:spcPts val="0"/>
              </a:spcBef>
              <a:spcAft>
                <a:spcPts val="0"/>
              </a:spcAft>
              <a:buClr>
                <a:schemeClr val="lt1"/>
              </a:buClr>
              <a:buSzPts val="6200"/>
              <a:buNone/>
              <a:defRPr sz="6200"/>
            </a:lvl9pPr>
          </a:lstStyle>
          <a:p>
            <a:endParaRPr/>
          </a:p>
        </p:txBody>
      </p:sp>
      <p:sp>
        <p:nvSpPr>
          <p:cNvPr id="328" name="Google Shape;328;p19"/>
          <p:cNvSpPr txBox="1">
            <a:spLocks noGrp="1"/>
          </p:cNvSpPr>
          <p:nvPr>
            <p:ph type="title" idx="8"/>
          </p:nvPr>
        </p:nvSpPr>
        <p:spPr>
          <a:xfrm>
            <a:off x="3611850" y="3250202"/>
            <a:ext cx="1920300" cy="594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6200"/>
              <a:buFont typeface="Urbanist"/>
              <a:buNone/>
              <a:defRPr sz="6200">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a:endParaRPr/>
          </a:p>
        </p:txBody>
      </p:sp>
      <p:sp>
        <p:nvSpPr>
          <p:cNvPr id="329" name="Google Shape;329;p19"/>
          <p:cNvSpPr txBox="1">
            <a:spLocks noGrp="1"/>
          </p:cNvSpPr>
          <p:nvPr>
            <p:ph type="subTitle" idx="9"/>
          </p:nvPr>
        </p:nvSpPr>
        <p:spPr>
          <a:xfrm>
            <a:off x="3611850" y="2707575"/>
            <a:ext cx="2120400" cy="168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330" name="Google Shape;330;p19"/>
          <p:cNvSpPr txBox="1">
            <a:spLocks noGrp="1"/>
          </p:cNvSpPr>
          <p:nvPr>
            <p:ph type="subTitle" idx="13"/>
          </p:nvPr>
        </p:nvSpPr>
        <p:spPr>
          <a:xfrm>
            <a:off x="3611850" y="4076800"/>
            <a:ext cx="2120400" cy="1683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331" name="Google Shape;331;p19"/>
          <p:cNvSpPr txBox="1">
            <a:spLocks noGrp="1"/>
          </p:cNvSpPr>
          <p:nvPr>
            <p:ph type="subTitle" idx="14"/>
          </p:nvPr>
        </p:nvSpPr>
        <p:spPr>
          <a:xfrm>
            <a:off x="6258900" y="3267725"/>
            <a:ext cx="2478300" cy="500700"/>
          </a:xfrm>
          <a:prstGeom prst="rect">
            <a:avLst/>
          </a:prstGeom>
        </p:spPr>
        <p:txBody>
          <a:bodyPr spcFirstLastPara="1" wrap="square" lIns="0" tIns="0" rIns="91425" bIns="91425" anchor="t" anchorCtr="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a:endParaRPr/>
          </a:p>
        </p:txBody>
      </p:sp>
      <p:sp>
        <p:nvSpPr>
          <p:cNvPr id="332" name="Google Shape;332;p19"/>
          <p:cNvSpPr txBox="1">
            <a:spLocks noGrp="1"/>
          </p:cNvSpPr>
          <p:nvPr>
            <p:ph type="subTitle" idx="15"/>
          </p:nvPr>
        </p:nvSpPr>
        <p:spPr>
          <a:xfrm>
            <a:off x="6258900" y="3955225"/>
            <a:ext cx="2478300" cy="330000"/>
          </a:xfrm>
          <a:prstGeom prst="rect">
            <a:avLst/>
          </a:prstGeom>
        </p:spPr>
        <p:txBody>
          <a:bodyPr spcFirstLastPara="1" wrap="square" lIns="0" tIns="0" rIns="91425" bIns="91425" anchor="t" anchorCtr="0">
            <a:noAutofit/>
          </a:bodyPr>
          <a:lstStyle>
            <a:lvl1pPr lvl="0">
              <a:spcBef>
                <a:spcPts val="0"/>
              </a:spcBef>
              <a:spcAft>
                <a:spcPts val="0"/>
              </a:spcAft>
              <a:buClr>
                <a:schemeClr val="accent3"/>
              </a:buClr>
              <a:buSzPts val="16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33"/>
        <p:cNvGrpSpPr/>
        <p:nvPr/>
      </p:nvGrpSpPr>
      <p:grpSpPr>
        <a:xfrm>
          <a:off x="0" y="0"/>
          <a:ext cx="0" cy="0"/>
          <a:chOff x="0" y="0"/>
          <a:chExt cx="0" cy="0"/>
        </a:xfrm>
      </p:grpSpPr>
      <p:sp>
        <p:nvSpPr>
          <p:cNvPr id="334" name="Google Shape;334;p2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335" name="Google Shape;335;p20"/>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336"/>
        <p:cNvGrpSpPr/>
        <p:nvPr/>
      </p:nvGrpSpPr>
      <p:grpSpPr>
        <a:xfrm>
          <a:off x="0" y="0"/>
          <a:ext cx="0" cy="0"/>
          <a:chOff x="0" y="0"/>
          <a:chExt cx="0" cy="0"/>
        </a:xfrm>
      </p:grpSpPr>
      <p:sp>
        <p:nvSpPr>
          <p:cNvPr id="337" name="Google Shape;337;p2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338"/>
        <p:cNvGrpSpPr/>
        <p:nvPr/>
      </p:nvGrpSpPr>
      <p:grpSpPr>
        <a:xfrm>
          <a:off x="0" y="0"/>
          <a:ext cx="0" cy="0"/>
          <a:chOff x="0" y="0"/>
          <a:chExt cx="0" cy="0"/>
        </a:xfrm>
      </p:grpSpPr>
      <p:sp>
        <p:nvSpPr>
          <p:cNvPr id="339" name="Google Shape;339;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0" name="Google Shape;340;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341"/>
        <p:cNvGrpSpPr/>
        <p:nvPr/>
      </p:nvGrpSpPr>
      <p:grpSpPr>
        <a:xfrm>
          <a:off x="0" y="0"/>
          <a:ext cx="0" cy="0"/>
          <a:chOff x="0" y="0"/>
          <a:chExt cx="0" cy="0"/>
        </a:xfrm>
      </p:grpSpPr>
      <p:sp>
        <p:nvSpPr>
          <p:cNvPr id="342" name="Google Shape;342;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3" name="Google Shape;343;p2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44" name="Google Shape;344;p2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45"/>
        <p:cNvGrpSpPr/>
        <p:nvPr/>
      </p:nvGrpSpPr>
      <p:grpSpPr>
        <a:xfrm>
          <a:off x="0" y="0"/>
          <a:ext cx="0" cy="0"/>
          <a:chOff x="0" y="0"/>
          <a:chExt cx="0" cy="0"/>
        </a:xfrm>
      </p:grpSpPr>
      <p:sp>
        <p:nvSpPr>
          <p:cNvPr id="346" name="Google Shape;346;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47"/>
        <p:cNvGrpSpPr/>
        <p:nvPr/>
      </p:nvGrpSpPr>
      <p:grpSpPr>
        <a:xfrm>
          <a:off x="0" y="0"/>
          <a:ext cx="0" cy="0"/>
          <a:chOff x="0" y="0"/>
          <a:chExt cx="0" cy="0"/>
        </a:xfrm>
      </p:grpSpPr>
      <p:sp>
        <p:nvSpPr>
          <p:cNvPr id="348" name="Google Shape;348;p25"/>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9" name="Google Shape;349;p25"/>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50"/>
        <p:cNvGrpSpPr/>
        <p:nvPr/>
      </p:nvGrpSpPr>
      <p:grpSpPr>
        <a:xfrm>
          <a:off x="0" y="0"/>
          <a:ext cx="0" cy="0"/>
          <a:chOff x="0" y="0"/>
          <a:chExt cx="0" cy="0"/>
        </a:xfrm>
      </p:grpSpPr>
      <p:sp>
        <p:nvSpPr>
          <p:cNvPr id="351" name="Google Shape;351;p26"/>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2"/>
        <p:cNvGrpSpPr/>
        <p:nvPr/>
      </p:nvGrpSpPr>
      <p:grpSpPr>
        <a:xfrm>
          <a:off x="0" y="0"/>
          <a:ext cx="0" cy="0"/>
          <a:chOff x="0" y="0"/>
          <a:chExt cx="0" cy="0"/>
        </a:xfrm>
      </p:grpSpPr>
      <p:sp>
        <p:nvSpPr>
          <p:cNvPr id="353" name="Google Shape;353;p27"/>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4" name="Google Shape;354;p27"/>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355" name="Google Shape;355;p27"/>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356"/>
        <p:cNvGrpSpPr/>
        <p:nvPr/>
      </p:nvGrpSpPr>
      <p:grpSpPr>
        <a:xfrm>
          <a:off x="0" y="0"/>
          <a:ext cx="0" cy="0"/>
          <a:chOff x="0" y="0"/>
          <a:chExt cx="0" cy="0"/>
        </a:xfrm>
      </p:grpSpPr>
      <p:sp>
        <p:nvSpPr>
          <p:cNvPr id="357" name="Google Shape;357;p28"/>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200"/>
              <a:buNone/>
              <a:defRPr/>
            </a:lvl1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358"/>
        <p:cNvGrpSpPr/>
        <p:nvPr/>
      </p:nvGrpSpPr>
      <p:grpSpPr>
        <a:xfrm>
          <a:off x="0" y="0"/>
          <a:ext cx="0" cy="0"/>
          <a:chOff x="0" y="0"/>
          <a:chExt cx="0" cy="0"/>
        </a:xfrm>
      </p:grpSpPr>
      <p:sp>
        <p:nvSpPr>
          <p:cNvPr id="359" name="Google Shape;359;p29"/>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0" name="Google Shape;360;p29"/>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04800" algn="ctr">
              <a:spcBef>
                <a:spcPts val="0"/>
              </a:spcBef>
              <a:spcAft>
                <a:spcPts val="0"/>
              </a:spcAft>
              <a:buSzPts val="1200"/>
              <a:buChar char="●"/>
              <a:defRPr/>
            </a:lvl1pPr>
            <a:lvl2pPr marL="914400" lvl="1" indent="-304800" algn="ctr">
              <a:spcBef>
                <a:spcPts val="0"/>
              </a:spcBef>
              <a:spcAft>
                <a:spcPts val="0"/>
              </a:spcAft>
              <a:buSzPts val="1200"/>
              <a:buChar char="○"/>
              <a:defRPr/>
            </a:lvl2pPr>
            <a:lvl3pPr marL="1371600" lvl="2" indent="-304800" algn="ctr">
              <a:spcBef>
                <a:spcPts val="0"/>
              </a:spcBef>
              <a:spcAft>
                <a:spcPts val="0"/>
              </a:spcAft>
              <a:buSzPts val="1200"/>
              <a:buChar char="■"/>
              <a:defRPr/>
            </a:lvl3pPr>
            <a:lvl4pPr marL="1828800" lvl="3" indent="-304800" algn="ctr">
              <a:spcBef>
                <a:spcPts val="0"/>
              </a:spcBef>
              <a:spcAft>
                <a:spcPts val="0"/>
              </a:spcAft>
              <a:buSzPts val="1200"/>
              <a:buChar char="●"/>
              <a:defRPr/>
            </a:lvl4pPr>
            <a:lvl5pPr marL="2286000" lvl="4" indent="-304800" algn="ctr">
              <a:spcBef>
                <a:spcPts val="0"/>
              </a:spcBef>
              <a:spcAft>
                <a:spcPts val="0"/>
              </a:spcAft>
              <a:buSzPts val="1200"/>
              <a:buChar char="○"/>
              <a:defRPr/>
            </a:lvl5pPr>
            <a:lvl6pPr marL="2743200" lvl="5" indent="-304800" algn="ctr">
              <a:spcBef>
                <a:spcPts val="0"/>
              </a:spcBef>
              <a:spcAft>
                <a:spcPts val="0"/>
              </a:spcAft>
              <a:buSzPts val="1200"/>
              <a:buChar char="■"/>
              <a:defRPr/>
            </a:lvl6pPr>
            <a:lvl7pPr marL="3200400" lvl="6" indent="-304800" algn="ctr">
              <a:spcBef>
                <a:spcPts val="0"/>
              </a:spcBef>
              <a:spcAft>
                <a:spcPts val="0"/>
              </a:spcAft>
              <a:buSzPts val="1200"/>
              <a:buChar char="●"/>
              <a:defRPr/>
            </a:lvl7pPr>
            <a:lvl8pPr marL="3657600" lvl="7" indent="-304800" algn="ctr">
              <a:spcBef>
                <a:spcPts val="0"/>
              </a:spcBef>
              <a:spcAft>
                <a:spcPts val="0"/>
              </a:spcAft>
              <a:buSzPts val="1200"/>
              <a:buChar char="○"/>
              <a:defRPr/>
            </a:lvl8pPr>
            <a:lvl9pPr marL="4114800" lvl="8" indent="-304800" algn="ctr">
              <a:spcBef>
                <a:spcPts val="0"/>
              </a:spcBef>
              <a:spcAft>
                <a:spcPts val="0"/>
              </a:spcAft>
              <a:buSzPts val="1200"/>
              <a:buChar char="■"/>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61"/>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362"/>
        <p:cNvGrpSpPr/>
        <p:nvPr/>
      </p:nvGrpSpPr>
      <p:grpSpPr>
        <a:xfrm>
          <a:off x="0" y="0"/>
          <a:ext cx="0" cy="0"/>
          <a:chOff x="0" y="0"/>
          <a:chExt cx="0" cy="0"/>
        </a:xfrm>
      </p:grpSpPr>
      <p:sp>
        <p:nvSpPr>
          <p:cNvPr id="363" name="Google Shape;363;p31"/>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64" name="Google Shape;364;p31"/>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5" name="Google Shape;365;p31"/>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6" name="Google Shape;366;p31"/>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7" name="Google Shape;367;p31"/>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8" name="Google Shape;368;p31"/>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9" name="Google Shape;369;p31"/>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370"/>
        <p:cNvGrpSpPr/>
        <p:nvPr/>
      </p:nvGrpSpPr>
      <p:grpSpPr>
        <a:xfrm>
          <a:off x="0" y="0"/>
          <a:ext cx="0" cy="0"/>
          <a:chOff x="0" y="0"/>
          <a:chExt cx="0" cy="0"/>
        </a:xfrm>
      </p:grpSpPr>
      <p:sp>
        <p:nvSpPr>
          <p:cNvPr id="371" name="Google Shape;371;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72" name="Google Shape;372;p32"/>
          <p:cNvSpPr txBox="1">
            <a:spLocks noGrp="1"/>
          </p:cNvSpPr>
          <p:nvPr>
            <p:ph type="body" idx="1"/>
          </p:nvPr>
        </p:nvSpPr>
        <p:spPr>
          <a:xfrm>
            <a:off x="311700" y="1152475"/>
            <a:ext cx="4473900" cy="34164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373" name="Google Shape;373;p32"/>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374"/>
        <p:cNvGrpSpPr/>
        <p:nvPr/>
      </p:nvGrpSpPr>
      <p:grpSpPr>
        <a:xfrm>
          <a:off x="0" y="0"/>
          <a:ext cx="0" cy="0"/>
          <a:chOff x="0" y="0"/>
          <a:chExt cx="0" cy="0"/>
        </a:xfrm>
      </p:grpSpPr>
      <p:sp>
        <p:nvSpPr>
          <p:cNvPr id="375" name="Google Shape;375;p33"/>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76" name="Google Shape;376;p33"/>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377" name="Google Shape;377;p33"/>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78" name="Google Shape;378;p33"/>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79" name="Google Shape;379;p33"/>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380"/>
        <p:cNvGrpSpPr/>
        <p:nvPr/>
      </p:nvGrpSpPr>
      <p:grpSpPr>
        <a:xfrm>
          <a:off x="0" y="0"/>
          <a:ext cx="0" cy="0"/>
          <a:chOff x="0" y="0"/>
          <a:chExt cx="0" cy="0"/>
        </a:xfrm>
      </p:grpSpPr>
      <p:sp>
        <p:nvSpPr>
          <p:cNvPr id="381" name="Google Shape;381;p34"/>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382" name="Google Shape;382;p34"/>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83" name="Google Shape;383;p34"/>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84" name="Google Shape;384;p34"/>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85" name="Google Shape;385;p34"/>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86" name="Google Shape;386;p34"/>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87" name="Google Shape;387;p34"/>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388"/>
        <p:cNvGrpSpPr/>
        <p:nvPr/>
      </p:nvGrpSpPr>
      <p:grpSpPr>
        <a:xfrm>
          <a:off x="0" y="0"/>
          <a:ext cx="0" cy="0"/>
          <a:chOff x="0" y="0"/>
          <a:chExt cx="0" cy="0"/>
        </a:xfrm>
      </p:grpSpPr>
      <p:sp>
        <p:nvSpPr>
          <p:cNvPr id="389" name="Google Shape;389;p35"/>
          <p:cNvSpPr txBox="1">
            <a:spLocks noGrp="1"/>
          </p:cNvSpPr>
          <p:nvPr>
            <p:ph type="body" idx="1"/>
          </p:nvPr>
        </p:nvSpPr>
        <p:spPr>
          <a:xfrm>
            <a:off x="366725" y="1759093"/>
            <a:ext cx="3838500" cy="11385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390" name="Google Shape;390;p35"/>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91" name="Google Shape;391;p35"/>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92" name="Google Shape;392;p35"/>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93" name="Google Shape;393;p35"/>
          <p:cNvSpPr txBox="1">
            <a:spLocks noGrp="1"/>
          </p:cNvSpPr>
          <p:nvPr>
            <p:ph type="title"/>
          </p:nvPr>
        </p:nvSpPr>
        <p:spPr>
          <a:xfrm>
            <a:off x="366750"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94" name="Google Shape;394;p35"/>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95" name="Google Shape;395;p35"/>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96" name="Google Shape;396;p35"/>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97" name="Google Shape;397;p35"/>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398"/>
        <p:cNvGrpSpPr/>
        <p:nvPr/>
      </p:nvGrpSpPr>
      <p:grpSpPr>
        <a:xfrm>
          <a:off x="0" y="0"/>
          <a:ext cx="0" cy="0"/>
          <a:chOff x="0" y="0"/>
          <a:chExt cx="0" cy="0"/>
        </a:xfrm>
      </p:grpSpPr>
      <p:sp>
        <p:nvSpPr>
          <p:cNvPr id="399" name="Google Shape;399;p3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0" name="Google Shape;400;p36"/>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401"/>
        <p:cNvGrpSpPr/>
        <p:nvPr/>
      </p:nvGrpSpPr>
      <p:grpSpPr>
        <a:xfrm>
          <a:off x="0" y="0"/>
          <a:ext cx="0" cy="0"/>
          <a:chOff x="0" y="0"/>
          <a:chExt cx="0" cy="0"/>
        </a:xfrm>
      </p:grpSpPr>
      <p:sp>
        <p:nvSpPr>
          <p:cNvPr id="402" name="Google Shape;402;p37"/>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403" name="Google Shape;403;p37"/>
          <p:cNvSpPr>
            <a:spLocks noGrp="1"/>
          </p:cNvSpPr>
          <p:nvPr>
            <p:ph type="pic" idx="2"/>
          </p:nvPr>
        </p:nvSpPr>
        <p:spPr>
          <a:xfrm>
            <a:off x="4804825" y="1133300"/>
            <a:ext cx="4027500" cy="2392800"/>
          </a:xfrm>
          <a:prstGeom prst="rect">
            <a:avLst/>
          </a:prstGeom>
          <a:noFill/>
          <a:ln>
            <a:noFill/>
          </a:ln>
        </p:spPr>
      </p:sp>
      <p:sp>
        <p:nvSpPr>
          <p:cNvPr id="404" name="Google Shape;404;p37"/>
          <p:cNvSpPr>
            <a:spLocks noGrp="1"/>
          </p:cNvSpPr>
          <p:nvPr>
            <p:ph type="pic" idx="3"/>
          </p:nvPr>
        </p:nvSpPr>
        <p:spPr>
          <a:xfrm>
            <a:off x="311725" y="1133300"/>
            <a:ext cx="4027500" cy="2392800"/>
          </a:xfrm>
          <a:prstGeom prst="rect">
            <a:avLst/>
          </a:prstGeom>
          <a:noFill/>
          <a:ln>
            <a:noFill/>
          </a:ln>
        </p:spPr>
      </p:sp>
      <p:sp>
        <p:nvSpPr>
          <p:cNvPr id="405" name="Google Shape;405;p37"/>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406" name="Google Shape;406;p3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07" name="Google Shape;407;p37"/>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08" name="Google Shape;408;p37"/>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409"/>
        <p:cNvGrpSpPr/>
        <p:nvPr/>
      </p:nvGrpSpPr>
      <p:grpSpPr>
        <a:xfrm>
          <a:off x="0" y="0"/>
          <a:ext cx="0" cy="0"/>
          <a:chOff x="0" y="0"/>
          <a:chExt cx="0" cy="0"/>
        </a:xfrm>
      </p:grpSpPr>
      <p:sp>
        <p:nvSpPr>
          <p:cNvPr id="410" name="Google Shape;410;p38"/>
          <p:cNvSpPr txBox="1">
            <a:spLocks noGrp="1"/>
          </p:cNvSpPr>
          <p:nvPr>
            <p:ph type="body" idx="1"/>
          </p:nvPr>
        </p:nvSpPr>
        <p:spPr>
          <a:xfrm>
            <a:off x="311700"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a:lvl1pPr>
            <a:lvl2pPr marL="914400" lvl="1" indent="-304800">
              <a:spcBef>
                <a:spcPts val="800"/>
              </a:spcBef>
              <a:spcAft>
                <a:spcPts val="0"/>
              </a:spcAft>
              <a:buSzPts val="1200"/>
              <a:buChar char="○"/>
              <a:defRPr/>
            </a:lvl2pPr>
            <a:lvl3pPr marL="1371600" lvl="2" indent="-304800">
              <a:spcBef>
                <a:spcPts val="800"/>
              </a:spcBef>
              <a:spcAft>
                <a:spcPts val="0"/>
              </a:spcAft>
              <a:buSzPts val="1200"/>
              <a:buChar char="■"/>
              <a:defRPr/>
            </a:lvl3pPr>
            <a:lvl4pPr marL="1828800" lvl="3" indent="-304800">
              <a:spcBef>
                <a:spcPts val="800"/>
              </a:spcBef>
              <a:spcAft>
                <a:spcPts val="0"/>
              </a:spcAft>
              <a:buSzPts val="1200"/>
              <a:buChar char="●"/>
              <a:defRPr/>
            </a:lvl4pPr>
            <a:lvl5pPr marL="2286000" lvl="4" indent="-304800">
              <a:spcBef>
                <a:spcPts val="800"/>
              </a:spcBef>
              <a:spcAft>
                <a:spcPts val="0"/>
              </a:spcAft>
              <a:buSzPts val="1200"/>
              <a:buChar char="○"/>
              <a:defRPr/>
            </a:lvl5pPr>
            <a:lvl6pPr marL="2743200" lvl="5" indent="-304800">
              <a:spcBef>
                <a:spcPts val="800"/>
              </a:spcBef>
              <a:spcAft>
                <a:spcPts val="0"/>
              </a:spcAft>
              <a:buSzPts val="1200"/>
              <a:buChar char="■"/>
              <a:defRPr/>
            </a:lvl6pPr>
            <a:lvl7pPr marL="3200400" lvl="6" indent="-304800">
              <a:spcBef>
                <a:spcPts val="800"/>
              </a:spcBef>
              <a:spcAft>
                <a:spcPts val="0"/>
              </a:spcAft>
              <a:buSzPts val="1200"/>
              <a:buChar char="●"/>
              <a:defRPr/>
            </a:lvl7pPr>
            <a:lvl8pPr marL="3657600" lvl="7" indent="-304800">
              <a:spcBef>
                <a:spcPts val="800"/>
              </a:spcBef>
              <a:spcAft>
                <a:spcPts val="0"/>
              </a:spcAft>
              <a:buSzPts val="1200"/>
              <a:buChar char="○"/>
              <a:defRPr/>
            </a:lvl8pPr>
            <a:lvl9pPr marL="4114800" lvl="8" indent="-304800">
              <a:spcBef>
                <a:spcPts val="800"/>
              </a:spcBef>
              <a:spcAft>
                <a:spcPts val="800"/>
              </a:spcAft>
              <a:buSzPts val="1200"/>
              <a:buChar char="■"/>
              <a:defRPr/>
            </a:lvl9pPr>
          </a:lstStyle>
          <a:p>
            <a:endParaRPr/>
          </a:p>
        </p:txBody>
      </p:sp>
      <p:sp>
        <p:nvSpPr>
          <p:cNvPr id="411" name="Google Shape;411;p38"/>
          <p:cNvSpPr>
            <a:spLocks noGrp="1"/>
          </p:cNvSpPr>
          <p:nvPr>
            <p:ph type="pic" idx="2"/>
          </p:nvPr>
        </p:nvSpPr>
        <p:spPr>
          <a:xfrm>
            <a:off x="6205225" y="1128325"/>
            <a:ext cx="2627100" cy="2273100"/>
          </a:xfrm>
          <a:prstGeom prst="rect">
            <a:avLst/>
          </a:prstGeom>
          <a:noFill/>
          <a:ln>
            <a:noFill/>
          </a:ln>
        </p:spPr>
      </p:sp>
      <p:sp>
        <p:nvSpPr>
          <p:cNvPr id="412" name="Google Shape;412;p38"/>
          <p:cNvSpPr>
            <a:spLocks noGrp="1"/>
          </p:cNvSpPr>
          <p:nvPr>
            <p:ph type="pic" idx="3"/>
          </p:nvPr>
        </p:nvSpPr>
        <p:spPr>
          <a:xfrm>
            <a:off x="311725" y="1128325"/>
            <a:ext cx="2627100" cy="2273100"/>
          </a:xfrm>
          <a:prstGeom prst="rect">
            <a:avLst/>
          </a:prstGeom>
          <a:noFill/>
          <a:ln>
            <a:noFill/>
          </a:ln>
        </p:spPr>
      </p:sp>
      <p:sp>
        <p:nvSpPr>
          <p:cNvPr id="413" name="Google Shape;413;p38"/>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414" name="Google Shape;414;p38"/>
          <p:cNvSpPr>
            <a:spLocks noGrp="1"/>
          </p:cNvSpPr>
          <p:nvPr>
            <p:ph type="pic" idx="5"/>
          </p:nvPr>
        </p:nvSpPr>
        <p:spPr>
          <a:xfrm>
            <a:off x="3255250" y="1128325"/>
            <a:ext cx="2627100" cy="2273100"/>
          </a:xfrm>
          <a:prstGeom prst="rect">
            <a:avLst/>
          </a:prstGeom>
          <a:noFill/>
          <a:ln>
            <a:noFill/>
          </a:ln>
        </p:spPr>
      </p:sp>
      <p:sp>
        <p:nvSpPr>
          <p:cNvPr id="415" name="Google Shape;415;p38"/>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416" name="Google Shape;416;p3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17" name="Google Shape;417;p38"/>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18" name="Google Shape;418;p38"/>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419" name="Google Shape;419;p38"/>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420"/>
        <p:cNvGrpSpPr/>
        <p:nvPr/>
      </p:nvGrpSpPr>
      <p:grpSpPr>
        <a:xfrm>
          <a:off x="0" y="0"/>
          <a:ext cx="0" cy="0"/>
          <a:chOff x="0" y="0"/>
          <a:chExt cx="0" cy="0"/>
        </a:xfrm>
      </p:grpSpPr>
      <p:sp>
        <p:nvSpPr>
          <p:cNvPr id="421" name="Google Shape;421;p39"/>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422"/>
        <p:cNvGrpSpPr/>
        <p:nvPr/>
      </p:nvGrpSpPr>
      <p:grpSpPr>
        <a:xfrm>
          <a:off x="0" y="0"/>
          <a:ext cx="0" cy="0"/>
          <a:chOff x="0" y="0"/>
          <a:chExt cx="0" cy="0"/>
        </a:xfrm>
      </p:grpSpPr>
      <p:sp>
        <p:nvSpPr>
          <p:cNvPr id="423" name="Google Shape;423;p40"/>
          <p:cNvSpPr>
            <a:spLocks noGrp="1"/>
          </p:cNvSpPr>
          <p:nvPr>
            <p:ph type="pic" idx="2"/>
          </p:nvPr>
        </p:nvSpPr>
        <p:spPr>
          <a:xfrm>
            <a:off x="3389600" y="118913"/>
            <a:ext cx="1643700" cy="1535100"/>
          </a:xfrm>
          <a:prstGeom prst="rect">
            <a:avLst/>
          </a:prstGeom>
          <a:noFill/>
          <a:ln>
            <a:noFill/>
          </a:ln>
        </p:spPr>
      </p:sp>
      <p:sp>
        <p:nvSpPr>
          <p:cNvPr id="424" name="Google Shape;424;p40"/>
          <p:cNvSpPr>
            <a:spLocks noGrp="1"/>
          </p:cNvSpPr>
          <p:nvPr>
            <p:ph type="pic" idx="3"/>
          </p:nvPr>
        </p:nvSpPr>
        <p:spPr>
          <a:xfrm>
            <a:off x="5195935" y="118913"/>
            <a:ext cx="1643700" cy="1535100"/>
          </a:xfrm>
          <a:prstGeom prst="rect">
            <a:avLst/>
          </a:prstGeom>
          <a:noFill/>
          <a:ln>
            <a:noFill/>
          </a:ln>
        </p:spPr>
      </p:sp>
      <p:sp>
        <p:nvSpPr>
          <p:cNvPr id="425" name="Google Shape;425;p40"/>
          <p:cNvSpPr>
            <a:spLocks noGrp="1"/>
          </p:cNvSpPr>
          <p:nvPr>
            <p:ph type="pic" idx="4"/>
          </p:nvPr>
        </p:nvSpPr>
        <p:spPr>
          <a:xfrm>
            <a:off x="7002270" y="118913"/>
            <a:ext cx="1643700" cy="1535100"/>
          </a:xfrm>
          <a:prstGeom prst="rect">
            <a:avLst/>
          </a:prstGeom>
          <a:noFill/>
          <a:ln>
            <a:noFill/>
          </a:ln>
        </p:spPr>
      </p:sp>
      <p:sp>
        <p:nvSpPr>
          <p:cNvPr id="426" name="Google Shape;426;p40"/>
          <p:cNvSpPr>
            <a:spLocks noGrp="1"/>
          </p:cNvSpPr>
          <p:nvPr>
            <p:ph type="pic" idx="5"/>
          </p:nvPr>
        </p:nvSpPr>
        <p:spPr>
          <a:xfrm>
            <a:off x="3389588" y="1804212"/>
            <a:ext cx="1643700" cy="1535100"/>
          </a:xfrm>
          <a:prstGeom prst="rect">
            <a:avLst/>
          </a:prstGeom>
          <a:noFill/>
          <a:ln>
            <a:noFill/>
          </a:ln>
        </p:spPr>
      </p:sp>
      <p:sp>
        <p:nvSpPr>
          <p:cNvPr id="427" name="Google Shape;427;p40"/>
          <p:cNvSpPr>
            <a:spLocks noGrp="1"/>
          </p:cNvSpPr>
          <p:nvPr>
            <p:ph type="pic" idx="6"/>
          </p:nvPr>
        </p:nvSpPr>
        <p:spPr>
          <a:xfrm>
            <a:off x="5195922" y="1804212"/>
            <a:ext cx="1643700" cy="1535100"/>
          </a:xfrm>
          <a:prstGeom prst="rect">
            <a:avLst/>
          </a:prstGeom>
          <a:noFill/>
          <a:ln>
            <a:noFill/>
          </a:ln>
        </p:spPr>
      </p:sp>
      <p:sp>
        <p:nvSpPr>
          <p:cNvPr id="428" name="Google Shape;428;p40"/>
          <p:cNvSpPr>
            <a:spLocks noGrp="1"/>
          </p:cNvSpPr>
          <p:nvPr>
            <p:ph type="pic" idx="7"/>
          </p:nvPr>
        </p:nvSpPr>
        <p:spPr>
          <a:xfrm>
            <a:off x="7002257" y="1804212"/>
            <a:ext cx="1643700" cy="1535100"/>
          </a:xfrm>
          <a:prstGeom prst="rect">
            <a:avLst/>
          </a:prstGeom>
          <a:noFill/>
          <a:ln>
            <a:noFill/>
          </a:ln>
        </p:spPr>
      </p:sp>
      <p:sp>
        <p:nvSpPr>
          <p:cNvPr id="429" name="Google Shape;429;p40"/>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430" name="Google Shape;430;p40"/>
          <p:cNvSpPr>
            <a:spLocks noGrp="1"/>
          </p:cNvSpPr>
          <p:nvPr>
            <p:ph type="pic" idx="8"/>
          </p:nvPr>
        </p:nvSpPr>
        <p:spPr>
          <a:xfrm>
            <a:off x="3389588" y="3489487"/>
            <a:ext cx="1643700" cy="1535100"/>
          </a:xfrm>
          <a:prstGeom prst="rect">
            <a:avLst/>
          </a:prstGeom>
          <a:noFill/>
          <a:ln>
            <a:noFill/>
          </a:ln>
        </p:spPr>
      </p:sp>
      <p:sp>
        <p:nvSpPr>
          <p:cNvPr id="431" name="Google Shape;431;p40"/>
          <p:cNvSpPr>
            <a:spLocks noGrp="1"/>
          </p:cNvSpPr>
          <p:nvPr>
            <p:ph type="pic" idx="9"/>
          </p:nvPr>
        </p:nvSpPr>
        <p:spPr>
          <a:xfrm>
            <a:off x="5195922" y="3489487"/>
            <a:ext cx="1643700" cy="1535100"/>
          </a:xfrm>
          <a:prstGeom prst="rect">
            <a:avLst/>
          </a:prstGeom>
          <a:noFill/>
          <a:ln>
            <a:noFill/>
          </a:ln>
        </p:spPr>
      </p:sp>
      <p:sp>
        <p:nvSpPr>
          <p:cNvPr id="432" name="Google Shape;432;p40"/>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body" idx="1"/>
          </p:nvPr>
        </p:nvSpPr>
        <p:spPr>
          <a:xfrm>
            <a:off x="228600" y="1452125"/>
            <a:ext cx="5760600" cy="3460200"/>
          </a:xfrm>
          <a:prstGeom prst="rect">
            <a:avLst/>
          </a:prstGeom>
          <a:noFill/>
          <a:ln>
            <a:noFill/>
          </a:ln>
        </p:spPr>
        <p:txBody>
          <a:bodyPr spcFirstLastPara="1" wrap="square" lIns="91425" tIns="91425" rIns="91425" bIns="91425" anchor="t" anchorCtr="0">
            <a:spAutoFit/>
          </a:bodyPr>
          <a:lstStyle>
            <a:lvl1pPr marL="457200" lvl="0" indent="-304800">
              <a:lnSpc>
                <a:spcPct val="115000"/>
              </a:lnSpc>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marL="914400" lvl="1"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marL="1371600" lvl="2"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marL="1828800" lvl="3"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marL="2286000" lvl="4"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marL="2743200" lvl="5"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marL="3200400" lvl="6"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marL="3657600" lvl="7" indent="-304800">
              <a:lnSpc>
                <a:spcPct val="115000"/>
              </a:lnSpc>
              <a:spcBef>
                <a:spcPts val="80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marL="4114800" lvl="8" indent="-304800">
              <a:lnSpc>
                <a:spcPct val="115000"/>
              </a:lnSpc>
              <a:spcBef>
                <a:spcPts val="800"/>
              </a:spcBef>
              <a:spcAft>
                <a:spcPts val="800"/>
              </a:spcAft>
              <a:buClr>
                <a:schemeClr val="lt1"/>
              </a:buClr>
              <a:buSzPts val="1200"/>
              <a:buFont typeface="Urbanist"/>
              <a:buChar char="■"/>
              <a:defRPr sz="1200">
                <a:solidFill>
                  <a:schemeClr val="lt1"/>
                </a:solidFill>
                <a:latin typeface="Urbanist"/>
                <a:ea typeface="Urbanist"/>
                <a:cs typeface="Urbanist"/>
                <a:sym typeface="Urbanist"/>
              </a:defRPr>
            </a:lvl9pPr>
          </a:lstStyle>
          <a:p>
            <a:endParaRPr/>
          </a:p>
        </p:txBody>
      </p:sp>
      <p:sp>
        <p:nvSpPr>
          <p:cNvPr id="7" name="Google Shape;7;p1"/>
          <p:cNvSpPr txBox="1">
            <a:spLocks noGrp="1"/>
          </p:cNvSpPr>
          <p:nvPr>
            <p:ph type="title"/>
          </p:nvPr>
        </p:nvSpPr>
        <p:spPr>
          <a:xfrm>
            <a:off x="228600" y="85200"/>
            <a:ext cx="5236500" cy="1099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3000"/>
              <a:buFont typeface="Urbanist Medium"/>
              <a:buNone/>
              <a:defRPr sz="3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2pPr>
            <a:lvl3pPr lvl="2">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3pPr>
            <a:lvl4pPr lvl="3">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4pPr>
            <a:lvl5pPr lvl="4">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5pPr>
            <a:lvl6pPr lvl="5">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6pPr>
            <a:lvl7pPr lvl="6">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7pPr>
            <a:lvl8pPr lvl="7">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8pPr>
            <a:lvl9pPr lvl="8">
              <a:spcBef>
                <a:spcPts val="0"/>
              </a:spcBef>
              <a:spcAft>
                <a:spcPts val="0"/>
              </a:spcAft>
              <a:buClr>
                <a:schemeClr val="lt1"/>
              </a:buClr>
              <a:buSzPts val="3000"/>
              <a:buFont typeface="Urbanist"/>
              <a:buNone/>
              <a:defRPr sz="3000">
                <a:solidFill>
                  <a:schemeClr val="lt1"/>
                </a:solidFill>
                <a:latin typeface="Urbanist"/>
                <a:ea typeface="Urbanist"/>
                <a:cs typeface="Urbanist"/>
                <a:sym typeface="Urbanist"/>
              </a:defRPr>
            </a:lvl9pPr>
          </a:lstStyle>
          <a:p>
            <a:endParaRPr/>
          </a:p>
        </p:txBody>
      </p:sp>
      <p:sp>
        <p:nvSpPr>
          <p:cNvPr id="8" name="Google Shape;8;p1"/>
          <p:cNvSpPr txBox="1">
            <a:spLocks noGrp="1"/>
          </p:cNvSpPr>
          <p:nvPr>
            <p:ph type="body" idx="2"/>
          </p:nvPr>
        </p:nvSpPr>
        <p:spPr>
          <a:xfrm>
            <a:off x="4562525" y="1518250"/>
            <a:ext cx="3880800" cy="27654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1pPr>
            <a:lvl2pPr marL="914400" lvl="1"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2pPr>
            <a:lvl3pPr marL="1371600" lvl="2"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3pPr>
            <a:lvl4pPr marL="1828800" lvl="3"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4pPr>
            <a:lvl5pPr marL="2286000" lvl="4"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5pPr>
            <a:lvl6pPr marL="2743200" lvl="5"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6pPr>
            <a:lvl7pPr marL="3200400" lvl="6"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7pPr>
            <a:lvl8pPr marL="3657600" lvl="7"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8pPr>
            <a:lvl9pPr marL="4114800" lvl="8" indent="-304800">
              <a:spcBef>
                <a:spcPts val="0"/>
              </a:spcBef>
              <a:spcAft>
                <a:spcPts val="0"/>
              </a:spcAft>
              <a:buClr>
                <a:schemeClr val="lt1"/>
              </a:buClr>
              <a:buSzPts val="1200"/>
              <a:buFont typeface="Urbanist"/>
              <a:buChar char="■"/>
              <a:defRPr sz="1200">
                <a:solidFill>
                  <a:schemeClr val="lt1"/>
                </a:solidFill>
                <a:latin typeface="Urbanist"/>
                <a:ea typeface="Urbanist"/>
                <a:cs typeface="Urbanist"/>
                <a:sym typeface="Urbanis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41"/>
          <p:cNvSpPr/>
          <p:nvPr/>
        </p:nvSpPr>
        <p:spPr>
          <a:xfrm>
            <a:off x="3247909" y="3224427"/>
            <a:ext cx="2380200" cy="339300"/>
          </a:xfrm>
          <a:prstGeom prst="roundRect">
            <a:avLst>
              <a:gd name="adj" fmla="val 16667"/>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000">
              <a:solidFill>
                <a:schemeClr val="lt1"/>
              </a:solidFill>
              <a:latin typeface="Urbanist"/>
              <a:ea typeface="Urbanist"/>
              <a:cs typeface="Urbanist"/>
              <a:sym typeface="Urbanist"/>
            </a:endParaRPr>
          </a:p>
        </p:txBody>
      </p:sp>
      <p:sp>
        <p:nvSpPr>
          <p:cNvPr id="443" name="Google Shape;443;p41"/>
          <p:cNvSpPr txBox="1">
            <a:spLocks noGrp="1"/>
          </p:cNvSpPr>
          <p:nvPr>
            <p:ph type="title"/>
          </p:nvPr>
        </p:nvSpPr>
        <p:spPr>
          <a:xfrm>
            <a:off x="228600" y="228600"/>
            <a:ext cx="8686800" cy="638100"/>
          </a:xfrm>
          <a:prstGeom prst="rect">
            <a:avLst/>
          </a:prstGeom>
        </p:spPr>
        <p:txBody>
          <a:bodyPr spcFirstLastPara="1" wrap="square" lIns="0" tIns="0" rIns="0" bIns="0" anchor="t" anchorCtr="0">
            <a:noAutofit/>
          </a:bodyPr>
          <a:lstStyle/>
          <a:p>
            <a:pPr lvl="0" algn="ctr"/>
            <a:r>
              <a:rPr lang="en-US" dirty="0"/>
              <a:t>Retail Sales &amp; Customer Behavior Analysis</a:t>
            </a:r>
            <a:endParaRPr dirty="0">
              <a:solidFill>
                <a:schemeClr val="lt1"/>
              </a:solidFill>
            </a:endParaRPr>
          </a:p>
        </p:txBody>
      </p:sp>
      <p:sp>
        <p:nvSpPr>
          <p:cNvPr id="444" name="Google Shape;444;p41"/>
          <p:cNvSpPr txBox="1">
            <a:spLocks noGrp="1"/>
          </p:cNvSpPr>
          <p:nvPr>
            <p:ph type="subTitle" idx="3"/>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445" name="Google Shape;445;p41"/>
          <p:cNvSpPr txBox="1">
            <a:spLocks noGrp="1"/>
          </p:cNvSpPr>
          <p:nvPr>
            <p:ph type="subTitle" idx="4"/>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446" name="Google Shape;446;p41"/>
          <p:cNvSpPr txBox="1">
            <a:spLocks noGrp="1"/>
          </p:cNvSpPr>
          <p:nvPr>
            <p:ph type="subTitle" idx="5"/>
          </p:nvPr>
        </p:nvSpPr>
        <p:spPr>
          <a:xfrm>
            <a:off x="3290659" y="3279427"/>
            <a:ext cx="2294700" cy="85200"/>
          </a:xfrm>
          <a:prstGeom prst="rect">
            <a:avLst/>
          </a:prstGeom>
        </p:spPr>
        <p:txBody>
          <a:bodyPr spcFirstLastPara="1" wrap="square" lIns="0" tIns="0" rIns="0" bIns="0" anchor="t" anchorCtr="0">
            <a:noAutofit/>
          </a:bodyPr>
          <a:lstStyle/>
          <a:p>
            <a:pPr marL="0" lvl="0" indent="0" algn="ctr" rtl="0">
              <a:lnSpc>
                <a:spcPct val="85000"/>
              </a:lnSpc>
              <a:spcBef>
                <a:spcPts val="0"/>
              </a:spcBef>
              <a:spcAft>
                <a:spcPts val="0"/>
              </a:spcAft>
              <a:buClr>
                <a:schemeClr val="dk1"/>
              </a:buClr>
              <a:buSzPts val="1100"/>
              <a:buFont typeface="Arial"/>
              <a:buNone/>
            </a:pPr>
            <a:r>
              <a:rPr lang="en" sz="2000" dirty="0">
                <a:latin typeface="Urbanist Medium"/>
                <a:ea typeface="Urbanist Medium"/>
                <a:cs typeface="Urbanist Medium"/>
                <a:sym typeface="Urbanist Medium"/>
              </a:rPr>
              <a:t>TỪ VINH QUÝ</a:t>
            </a:r>
            <a:endParaRPr sz="2000" dirty="0">
              <a:latin typeface="Urbanist Medium"/>
              <a:ea typeface="Urbanist Medium"/>
              <a:cs typeface="Urbanist Medium"/>
              <a:sym typeface="Urbanist Medium"/>
            </a:endParaRPr>
          </a:p>
          <a:p>
            <a:pPr marL="0" lvl="0" indent="0" algn="ctr" rtl="0">
              <a:spcBef>
                <a:spcPts val="0"/>
              </a:spcBef>
              <a:spcAft>
                <a:spcPts val="0"/>
              </a:spcAft>
              <a:buNone/>
            </a:pPr>
            <a:endParaRPr dirty="0"/>
          </a:p>
        </p:txBody>
      </p:sp>
      <p:sp>
        <p:nvSpPr>
          <p:cNvPr id="448" name="Google Shape;448;p41"/>
          <p:cNvSpPr txBox="1">
            <a:spLocks noGrp="1"/>
          </p:cNvSpPr>
          <p:nvPr>
            <p:ph type="subTitle" idx="8"/>
          </p:nvPr>
        </p:nvSpPr>
        <p:spPr>
          <a:xfrm>
            <a:off x="2199600" y="2674477"/>
            <a:ext cx="4659600" cy="252000"/>
          </a:xfrm>
          <a:prstGeom prst="rect">
            <a:avLst/>
          </a:prstGeom>
        </p:spPr>
        <p:txBody>
          <a:bodyPr spcFirstLastPara="1" wrap="square" lIns="0" tIns="0" rIns="91425" bIns="91425" anchor="t" anchorCtr="0">
            <a:noAutofit/>
          </a:bodyPr>
          <a:lstStyle/>
          <a:p>
            <a:pPr marL="0" lvl="0" indent="0" algn="ctr" rtl="0">
              <a:spcBef>
                <a:spcPts val="0"/>
              </a:spcBef>
              <a:spcAft>
                <a:spcPts val="0"/>
              </a:spcAft>
              <a:buNone/>
            </a:pPr>
            <a:r>
              <a:rPr lang="en" dirty="0"/>
              <a:t>Presented by</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42"/>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454" name="Google Shape;454;p42"/>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455" name="Google Shape;455;p42"/>
          <p:cNvSpPr txBox="1">
            <a:spLocks noGrp="1"/>
          </p:cNvSpPr>
          <p:nvPr>
            <p:ph type="title"/>
          </p:nvPr>
        </p:nvSpPr>
        <p:spPr>
          <a:xfrm>
            <a:off x="277500" y="228600"/>
            <a:ext cx="3904500" cy="537300"/>
          </a:xfrm>
          <a:prstGeom prst="rect">
            <a:avLst/>
          </a:prstGeom>
        </p:spPr>
        <p:txBody>
          <a:bodyPr spcFirstLastPara="1" wrap="square" lIns="0" tIns="0" rIns="91425" bIns="91425" anchor="t" anchorCtr="0">
            <a:spAutoFit/>
          </a:bodyPr>
          <a:lstStyle/>
          <a:p>
            <a:pPr marL="0" lvl="0" indent="0" algn="l" rtl="0">
              <a:spcBef>
                <a:spcPts val="0"/>
              </a:spcBef>
              <a:spcAft>
                <a:spcPts val="0"/>
              </a:spcAft>
              <a:buNone/>
            </a:pPr>
            <a:r>
              <a:rPr lang="en"/>
              <a:t>Dataset Overview</a:t>
            </a:r>
            <a:endParaRPr/>
          </a:p>
        </p:txBody>
      </p:sp>
      <p:sp>
        <p:nvSpPr>
          <p:cNvPr id="456" name="Google Shape;456;p42"/>
          <p:cNvSpPr txBox="1">
            <a:spLocks noGrp="1"/>
          </p:cNvSpPr>
          <p:nvPr>
            <p:ph type="subTitle" idx="13"/>
          </p:nvPr>
        </p:nvSpPr>
        <p:spPr>
          <a:xfrm>
            <a:off x="297300" y="765900"/>
            <a:ext cx="8643300" cy="9234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endParaRPr sz="1200"/>
          </a:p>
          <a:p>
            <a:pPr marL="457200" lvl="0" indent="-304800" algn="l" rtl="0">
              <a:lnSpc>
                <a:spcPct val="100000"/>
              </a:lnSpc>
              <a:spcBef>
                <a:spcPts val="0"/>
              </a:spcBef>
              <a:spcAft>
                <a:spcPts val="0"/>
              </a:spcAft>
              <a:buSzPts val="1200"/>
              <a:buChar char="●"/>
            </a:pPr>
            <a:r>
              <a:rPr lang="en" sz="1200" b="1"/>
              <a:t>Source</a:t>
            </a:r>
            <a:endParaRPr sz="1200" b="1"/>
          </a:p>
          <a:p>
            <a:pPr marL="0" lvl="0" indent="0" algn="l" rtl="0">
              <a:lnSpc>
                <a:spcPct val="100000"/>
              </a:lnSpc>
              <a:spcBef>
                <a:spcPts val="0"/>
              </a:spcBef>
              <a:spcAft>
                <a:spcPts val="0"/>
              </a:spcAft>
              <a:buNone/>
            </a:pPr>
            <a:r>
              <a:rPr lang="en" sz="1200"/>
              <a:t>Sports Footwear Sales &amp; Consumer Behavior - Kaggle</a:t>
            </a:r>
            <a:endParaRPr sz="1200"/>
          </a:p>
          <a:p>
            <a:pPr marL="0" lvl="0" indent="0" algn="l" rtl="0">
              <a:lnSpc>
                <a:spcPct val="100000"/>
              </a:lnSpc>
              <a:spcBef>
                <a:spcPts val="0"/>
              </a:spcBef>
              <a:spcAft>
                <a:spcPts val="0"/>
              </a:spcAft>
              <a:buNone/>
            </a:pPr>
            <a:r>
              <a:rPr lang="en" sz="1200"/>
              <a:t>https://www.kaggle.com/datasets/aliiihussain/sports-footwear-sales-and-consumer-behavior</a:t>
            </a:r>
            <a:endParaRPr sz="1200"/>
          </a:p>
          <a:p>
            <a:pPr marL="0" lvl="0" indent="0" algn="l" rtl="0">
              <a:lnSpc>
                <a:spcPct val="100000"/>
              </a:lnSpc>
              <a:spcBef>
                <a:spcPts val="0"/>
              </a:spcBef>
              <a:spcAft>
                <a:spcPts val="0"/>
              </a:spcAft>
              <a:buNone/>
            </a:pPr>
            <a:endParaRPr sz="1200"/>
          </a:p>
        </p:txBody>
      </p:sp>
      <p:sp>
        <p:nvSpPr>
          <p:cNvPr id="457" name="Google Shape;457;p42"/>
          <p:cNvSpPr txBox="1">
            <a:spLocks noGrp="1"/>
          </p:cNvSpPr>
          <p:nvPr>
            <p:ph type="subTitle" idx="13"/>
          </p:nvPr>
        </p:nvSpPr>
        <p:spPr>
          <a:xfrm>
            <a:off x="297300" y="1555025"/>
            <a:ext cx="8643300" cy="9234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endParaRPr sz="1200"/>
          </a:p>
          <a:p>
            <a:pPr marL="457200" lvl="0" indent="-304800" algn="l" rtl="0">
              <a:lnSpc>
                <a:spcPct val="100000"/>
              </a:lnSpc>
              <a:spcBef>
                <a:spcPts val="0"/>
              </a:spcBef>
              <a:spcAft>
                <a:spcPts val="0"/>
              </a:spcAft>
              <a:buSzPts val="1200"/>
              <a:buChar char="●"/>
            </a:pPr>
            <a:r>
              <a:rPr lang="en" sz="1200" b="1"/>
              <a:t>Description</a:t>
            </a:r>
            <a:endParaRPr sz="1200" b="1"/>
          </a:p>
          <a:p>
            <a:pPr marL="0" lvl="0" indent="0" algn="l" rtl="0">
              <a:lnSpc>
                <a:spcPct val="100000"/>
              </a:lnSpc>
              <a:spcBef>
                <a:spcPts val="0"/>
              </a:spcBef>
              <a:spcAft>
                <a:spcPts val="0"/>
              </a:spcAft>
              <a:buNone/>
            </a:pPr>
            <a:r>
              <a:rPr lang="en" sz="1200"/>
              <a:t>This dataset contains realistic sales, pricing, and consumer data for sports footwear from 2018 to 2026. It covers multiple global brands (Nike, Adidas, Puma, Reebok, ASICS, New Balance) and consists of 30000 rows.</a:t>
            </a:r>
            <a:endParaRPr sz="1200"/>
          </a:p>
          <a:p>
            <a:pPr marL="0" lvl="0" indent="0" algn="l" rtl="0">
              <a:lnSpc>
                <a:spcPct val="100000"/>
              </a:lnSpc>
              <a:spcBef>
                <a:spcPts val="0"/>
              </a:spcBef>
              <a:spcAft>
                <a:spcPts val="0"/>
              </a:spcAft>
              <a:buNone/>
            </a:pPr>
            <a:endParaRPr sz="1200"/>
          </a:p>
        </p:txBody>
      </p:sp>
      <p:sp>
        <p:nvSpPr>
          <p:cNvPr id="458" name="Google Shape;458;p42"/>
          <p:cNvSpPr txBox="1">
            <a:spLocks noGrp="1"/>
          </p:cNvSpPr>
          <p:nvPr>
            <p:ph type="subTitle" idx="13"/>
          </p:nvPr>
        </p:nvSpPr>
        <p:spPr>
          <a:xfrm>
            <a:off x="203400" y="2320500"/>
            <a:ext cx="8643300" cy="14778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endParaRPr sz="1200"/>
          </a:p>
          <a:p>
            <a:pPr marL="457200" lvl="0" indent="-304800" algn="l" rtl="0">
              <a:lnSpc>
                <a:spcPct val="100000"/>
              </a:lnSpc>
              <a:spcBef>
                <a:spcPts val="0"/>
              </a:spcBef>
              <a:spcAft>
                <a:spcPts val="0"/>
              </a:spcAft>
              <a:buSzPts val="1200"/>
              <a:buChar char="●"/>
            </a:pPr>
            <a:r>
              <a:rPr lang="en" sz="1200" b="1"/>
              <a:t>Purpose and Outcome</a:t>
            </a:r>
            <a:endParaRPr sz="1200" b="1"/>
          </a:p>
          <a:p>
            <a:pPr marL="0" lvl="0" indent="0" algn="l" rtl="0">
              <a:lnSpc>
                <a:spcPct val="100000"/>
              </a:lnSpc>
              <a:spcBef>
                <a:spcPts val="0"/>
              </a:spcBef>
              <a:spcAft>
                <a:spcPts val="0"/>
              </a:spcAft>
              <a:buNone/>
            </a:pPr>
            <a:r>
              <a:rPr lang="en" sz="1200" b="1" i="1"/>
              <a:t>Purpose:</a:t>
            </a:r>
            <a:br>
              <a:rPr lang="en" sz="1200" i="1"/>
            </a:br>
            <a:r>
              <a:rPr lang="en" sz="1200"/>
              <a:t>Analyze customer ‘s favourite brands, customers  behaviors and optimal discount range to maximize revenue.</a:t>
            </a:r>
            <a:endParaRPr sz="1200"/>
          </a:p>
          <a:p>
            <a:pPr marL="0" lvl="0" indent="0" algn="l" rtl="0">
              <a:lnSpc>
                <a:spcPct val="100000"/>
              </a:lnSpc>
              <a:spcBef>
                <a:spcPts val="0"/>
              </a:spcBef>
              <a:spcAft>
                <a:spcPts val="0"/>
              </a:spcAft>
              <a:buNone/>
            </a:pPr>
            <a:r>
              <a:rPr lang="en" sz="1200" b="1" i="1"/>
              <a:t>Outcome:</a:t>
            </a:r>
            <a:endParaRPr sz="1200" b="1" i="1"/>
          </a:p>
          <a:p>
            <a:pPr marL="0" lvl="0" indent="0" algn="l" rtl="0">
              <a:spcBef>
                <a:spcPts val="0"/>
              </a:spcBef>
              <a:spcAft>
                <a:spcPts val="0"/>
              </a:spcAft>
              <a:buClr>
                <a:schemeClr val="dk1"/>
              </a:buClr>
              <a:buSzPts val="1100"/>
              <a:buFont typeface="Arial"/>
              <a:buNone/>
            </a:pPr>
            <a:r>
              <a:rPr lang="en" sz="1200"/>
              <a:t>Provide insights to have company increase revenue through better pricing strategies and enhance customer satisfaction.</a:t>
            </a:r>
            <a:endParaRPr sz="1200"/>
          </a:p>
          <a:p>
            <a:pPr marL="0" lvl="0" indent="0" algn="l" rtl="0">
              <a:lnSpc>
                <a:spcPct val="100000"/>
              </a:lnSpc>
              <a:spcBef>
                <a:spcPts val="0"/>
              </a:spcBef>
              <a:spcAft>
                <a:spcPts val="0"/>
              </a:spcAft>
              <a:buNone/>
            </a:pPr>
            <a:endParaRPr sz="1200"/>
          </a:p>
          <a:p>
            <a:pPr marL="0" lvl="0" indent="0" algn="l" rtl="0">
              <a:lnSpc>
                <a:spcPct val="100000"/>
              </a:lnSpc>
              <a:spcBef>
                <a:spcPts val="0"/>
              </a:spcBef>
              <a:spcAft>
                <a:spcPts val="0"/>
              </a:spcAft>
              <a:buNone/>
            </a:pPr>
            <a:endParaRPr sz="1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3"/>
          <p:cNvSpPr txBox="1">
            <a:spLocks noGrp="1"/>
          </p:cNvSpPr>
          <p:nvPr>
            <p:ph type="subTitle" idx="2"/>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464" name="Google Shape;464;p43"/>
          <p:cNvSpPr txBox="1">
            <a:spLocks noGrp="1"/>
          </p:cNvSpPr>
          <p:nvPr>
            <p:ph type="subTitle" idx="3"/>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465" name="Google Shape;465;p43"/>
          <p:cNvSpPr txBox="1">
            <a:spLocks noGrp="1"/>
          </p:cNvSpPr>
          <p:nvPr>
            <p:ph type="title"/>
          </p:nvPr>
        </p:nvSpPr>
        <p:spPr>
          <a:xfrm>
            <a:off x="277500" y="228600"/>
            <a:ext cx="3904500" cy="537300"/>
          </a:xfrm>
          <a:prstGeom prst="rect">
            <a:avLst/>
          </a:prstGeom>
        </p:spPr>
        <p:txBody>
          <a:bodyPr spcFirstLastPara="1" wrap="square" lIns="0" tIns="0" rIns="91425" bIns="91425" anchor="t" anchorCtr="0">
            <a:spAutoFit/>
          </a:bodyPr>
          <a:lstStyle/>
          <a:p>
            <a:pPr marL="0" lvl="0" indent="0" algn="l" rtl="0">
              <a:spcBef>
                <a:spcPts val="0"/>
              </a:spcBef>
              <a:spcAft>
                <a:spcPts val="0"/>
              </a:spcAft>
              <a:buNone/>
            </a:pPr>
            <a:r>
              <a:rPr lang="en"/>
              <a:t>Dataset Structure</a:t>
            </a:r>
            <a:endParaRPr/>
          </a:p>
        </p:txBody>
      </p:sp>
      <p:sp>
        <p:nvSpPr>
          <p:cNvPr id="466" name="Google Shape;466;p43"/>
          <p:cNvSpPr txBox="1">
            <a:spLocks noGrp="1"/>
          </p:cNvSpPr>
          <p:nvPr>
            <p:ph type="subTitle" idx="13"/>
          </p:nvPr>
        </p:nvSpPr>
        <p:spPr>
          <a:xfrm>
            <a:off x="297300" y="765900"/>
            <a:ext cx="4321800" cy="7359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r>
              <a:rPr lang="en" sz="1200" b="1"/>
              <a:t>Order details:</a:t>
            </a:r>
            <a:endParaRPr sz="1200" b="1"/>
          </a:p>
          <a:p>
            <a:pPr marL="457200" lvl="0" indent="-304800" algn="l" rtl="0">
              <a:lnSpc>
                <a:spcPct val="115000"/>
              </a:lnSpc>
              <a:spcBef>
                <a:spcPts val="1200"/>
              </a:spcBef>
              <a:spcAft>
                <a:spcPts val="0"/>
              </a:spcAft>
              <a:buSzPts val="1200"/>
              <a:buChar char="●"/>
            </a:pPr>
            <a:r>
              <a:rPr lang="en" sz="1200"/>
              <a:t>order_id</a:t>
            </a:r>
            <a:endParaRPr sz="1200"/>
          </a:p>
          <a:p>
            <a:pPr marL="457200" lvl="0" indent="-304800" algn="l" rtl="0">
              <a:lnSpc>
                <a:spcPct val="115000"/>
              </a:lnSpc>
              <a:spcBef>
                <a:spcPts val="0"/>
              </a:spcBef>
              <a:spcAft>
                <a:spcPts val="0"/>
              </a:spcAft>
              <a:buSzPts val="1200"/>
              <a:buChar char="●"/>
            </a:pPr>
            <a:r>
              <a:rPr lang="en" sz="1200"/>
              <a:t>order_date</a:t>
            </a:r>
            <a:endParaRPr sz="1200"/>
          </a:p>
        </p:txBody>
      </p:sp>
      <p:sp>
        <p:nvSpPr>
          <p:cNvPr id="467" name="Google Shape;467;p43"/>
          <p:cNvSpPr txBox="1">
            <a:spLocks noGrp="1"/>
          </p:cNvSpPr>
          <p:nvPr>
            <p:ph type="subTitle" idx="13"/>
          </p:nvPr>
        </p:nvSpPr>
        <p:spPr>
          <a:xfrm>
            <a:off x="297300" y="1600075"/>
            <a:ext cx="4321800" cy="1613100"/>
          </a:xfrm>
          <a:prstGeom prst="rect">
            <a:avLst/>
          </a:prstGeom>
        </p:spPr>
        <p:txBody>
          <a:bodyPr spcFirstLastPara="1" wrap="square" lIns="0" tIns="0" rIns="0" bIns="0" anchor="t" anchorCtr="0">
            <a:spAutoFit/>
          </a:bodyPr>
          <a:lstStyle/>
          <a:p>
            <a:pPr marL="0" marR="0" lvl="0" indent="0" algn="l" rtl="0">
              <a:lnSpc>
                <a:spcPct val="115000"/>
              </a:lnSpc>
              <a:spcBef>
                <a:spcPts val="1200"/>
              </a:spcBef>
              <a:spcAft>
                <a:spcPts val="0"/>
              </a:spcAft>
              <a:buNone/>
            </a:pPr>
            <a:r>
              <a:rPr lang="en" sz="1200" b="1"/>
              <a:t>Product info:</a:t>
            </a:r>
            <a:endParaRPr sz="1200" b="1"/>
          </a:p>
          <a:p>
            <a:pPr marL="457200" marR="0" lvl="0" indent="-304800" algn="l" rtl="0">
              <a:lnSpc>
                <a:spcPct val="115000"/>
              </a:lnSpc>
              <a:spcBef>
                <a:spcPts val="1200"/>
              </a:spcBef>
              <a:spcAft>
                <a:spcPts val="0"/>
              </a:spcAft>
              <a:buSzPts val="1200"/>
              <a:buChar char="●"/>
            </a:pPr>
            <a:r>
              <a:rPr lang="en" sz="1200"/>
              <a:t>brand</a:t>
            </a:r>
            <a:endParaRPr sz="1200"/>
          </a:p>
          <a:p>
            <a:pPr marL="457200" lvl="0" indent="-304800" algn="l" rtl="0">
              <a:lnSpc>
                <a:spcPct val="115000"/>
              </a:lnSpc>
              <a:spcBef>
                <a:spcPts val="0"/>
              </a:spcBef>
              <a:spcAft>
                <a:spcPts val="0"/>
              </a:spcAft>
              <a:buSzPts val="1200"/>
              <a:buChar char="●"/>
            </a:pPr>
            <a:r>
              <a:rPr lang="en" sz="1200"/>
              <a:t>Model_name</a:t>
            </a:r>
            <a:endParaRPr sz="1200"/>
          </a:p>
          <a:p>
            <a:pPr marL="457200" lvl="0" indent="-304800" algn="l" rtl="0">
              <a:lnSpc>
                <a:spcPct val="115000"/>
              </a:lnSpc>
              <a:spcBef>
                <a:spcPts val="0"/>
              </a:spcBef>
              <a:spcAft>
                <a:spcPts val="0"/>
              </a:spcAft>
              <a:buSzPts val="1200"/>
              <a:buChar char="●"/>
            </a:pPr>
            <a:r>
              <a:rPr lang="en" sz="1200"/>
              <a:t>Category </a:t>
            </a:r>
            <a:endParaRPr sz="1200"/>
          </a:p>
          <a:p>
            <a:pPr marL="457200" lvl="0" indent="-304800" algn="l" rtl="0">
              <a:lnSpc>
                <a:spcPct val="115000"/>
              </a:lnSpc>
              <a:spcBef>
                <a:spcPts val="0"/>
              </a:spcBef>
              <a:spcAft>
                <a:spcPts val="0"/>
              </a:spcAft>
              <a:buSzPts val="1200"/>
              <a:buChar char="●"/>
            </a:pPr>
            <a:r>
              <a:rPr lang="en" sz="1200"/>
              <a:t>Size</a:t>
            </a:r>
            <a:endParaRPr sz="1200"/>
          </a:p>
          <a:p>
            <a:pPr marL="457200" lvl="0" indent="-304800" algn="l" rtl="0">
              <a:lnSpc>
                <a:spcPct val="115000"/>
              </a:lnSpc>
              <a:spcBef>
                <a:spcPts val="0"/>
              </a:spcBef>
              <a:spcAft>
                <a:spcPts val="0"/>
              </a:spcAft>
              <a:buSzPts val="1200"/>
              <a:buChar char="●"/>
            </a:pPr>
            <a:r>
              <a:rPr lang="en" sz="1200"/>
              <a:t>Color </a:t>
            </a:r>
            <a:endParaRPr sz="1200"/>
          </a:p>
          <a:p>
            <a:pPr marL="457200" lvl="0" indent="-304800" algn="l" rtl="0">
              <a:lnSpc>
                <a:spcPct val="115000"/>
              </a:lnSpc>
              <a:spcBef>
                <a:spcPts val="0"/>
              </a:spcBef>
              <a:spcAft>
                <a:spcPts val="0"/>
              </a:spcAft>
              <a:buSzPts val="1200"/>
              <a:buChar char="●"/>
            </a:pPr>
            <a:r>
              <a:rPr lang="en" sz="1200"/>
              <a:t>Gender</a:t>
            </a:r>
            <a:endParaRPr sz="1200"/>
          </a:p>
        </p:txBody>
      </p:sp>
      <p:sp>
        <p:nvSpPr>
          <p:cNvPr id="468" name="Google Shape;468;p43"/>
          <p:cNvSpPr txBox="1">
            <a:spLocks noGrp="1"/>
          </p:cNvSpPr>
          <p:nvPr>
            <p:ph type="subTitle" idx="13"/>
          </p:nvPr>
        </p:nvSpPr>
        <p:spPr>
          <a:xfrm>
            <a:off x="250350" y="3311450"/>
            <a:ext cx="4368900" cy="975900"/>
          </a:xfrm>
          <a:prstGeom prst="rect">
            <a:avLst/>
          </a:prstGeom>
        </p:spPr>
        <p:txBody>
          <a:bodyPr spcFirstLastPara="1" wrap="square" lIns="0" tIns="0" rIns="0" bIns="0" anchor="t" anchorCtr="0">
            <a:spAutoFit/>
          </a:bodyPr>
          <a:lstStyle/>
          <a:p>
            <a:pPr marL="0" marR="0" lvl="0" indent="0" algn="l" rtl="0">
              <a:lnSpc>
                <a:spcPct val="115000"/>
              </a:lnSpc>
              <a:spcBef>
                <a:spcPts val="1200"/>
              </a:spcBef>
              <a:spcAft>
                <a:spcPts val="0"/>
              </a:spcAft>
              <a:buNone/>
            </a:pPr>
            <a:r>
              <a:rPr lang="en" sz="1200"/>
              <a:t>Pricing:</a:t>
            </a:r>
            <a:endParaRPr sz="1200"/>
          </a:p>
          <a:p>
            <a:pPr marL="457200" marR="0" lvl="0" indent="-304800" algn="l" rtl="0">
              <a:lnSpc>
                <a:spcPct val="115000"/>
              </a:lnSpc>
              <a:spcBef>
                <a:spcPts val="1200"/>
              </a:spcBef>
              <a:spcAft>
                <a:spcPts val="0"/>
              </a:spcAft>
              <a:buSzPts val="1200"/>
              <a:buChar char="●"/>
            </a:pPr>
            <a:r>
              <a:rPr lang="en" sz="1200"/>
              <a:t>Base_price_usd, </a:t>
            </a:r>
            <a:endParaRPr sz="1200"/>
          </a:p>
          <a:p>
            <a:pPr marL="457200" marR="0" lvl="0" indent="-304800" algn="l" rtl="0">
              <a:lnSpc>
                <a:spcPct val="115000"/>
              </a:lnSpc>
              <a:spcBef>
                <a:spcPts val="0"/>
              </a:spcBef>
              <a:spcAft>
                <a:spcPts val="0"/>
              </a:spcAft>
              <a:buSzPts val="1200"/>
              <a:buChar char="●"/>
            </a:pPr>
            <a:r>
              <a:rPr lang="en" sz="1200"/>
              <a:t>Discount_percent, </a:t>
            </a:r>
            <a:endParaRPr sz="1200"/>
          </a:p>
          <a:p>
            <a:pPr marL="457200" marR="0" lvl="0" indent="-304800" algn="l" rtl="0">
              <a:lnSpc>
                <a:spcPct val="115000"/>
              </a:lnSpc>
              <a:spcBef>
                <a:spcPts val="0"/>
              </a:spcBef>
              <a:spcAft>
                <a:spcPts val="0"/>
              </a:spcAft>
              <a:buSzPts val="1200"/>
              <a:buChar char="●"/>
            </a:pPr>
            <a:r>
              <a:rPr lang="en" sz="1200"/>
              <a:t>Final_price_usd</a:t>
            </a:r>
            <a:endParaRPr sz="1200"/>
          </a:p>
        </p:txBody>
      </p:sp>
      <p:sp>
        <p:nvSpPr>
          <p:cNvPr id="469" name="Google Shape;469;p43"/>
          <p:cNvSpPr txBox="1">
            <a:spLocks noGrp="1"/>
          </p:cNvSpPr>
          <p:nvPr>
            <p:ph type="subTitle" idx="13"/>
          </p:nvPr>
        </p:nvSpPr>
        <p:spPr>
          <a:xfrm>
            <a:off x="4822200" y="909300"/>
            <a:ext cx="4321800" cy="7359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r>
              <a:rPr lang="en" sz="1200" b="1"/>
              <a:t>Sales metrics:</a:t>
            </a:r>
            <a:endParaRPr sz="1200" b="1"/>
          </a:p>
          <a:p>
            <a:pPr marL="457200" lvl="0" indent="-304800" algn="l" rtl="0">
              <a:lnSpc>
                <a:spcPct val="115000"/>
              </a:lnSpc>
              <a:spcBef>
                <a:spcPts val="1200"/>
              </a:spcBef>
              <a:spcAft>
                <a:spcPts val="0"/>
              </a:spcAft>
              <a:buSzPts val="1200"/>
              <a:buChar char="●"/>
            </a:pPr>
            <a:r>
              <a:rPr lang="en" sz="1200"/>
              <a:t>Units_sold</a:t>
            </a:r>
            <a:endParaRPr sz="1200"/>
          </a:p>
          <a:p>
            <a:pPr marL="457200" lvl="0" indent="-304800" algn="l" rtl="0">
              <a:lnSpc>
                <a:spcPct val="115000"/>
              </a:lnSpc>
              <a:spcBef>
                <a:spcPts val="0"/>
              </a:spcBef>
              <a:spcAft>
                <a:spcPts val="0"/>
              </a:spcAft>
              <a:buSzPts val="1200"/>
              <a:buChar char="●"/>
            </a:pPr>
            <a:r>
              <a:rPr lang="en" sz="1200"/>
              <a:t>Revenue_usd</a:t>
            </a:r>
            <a:endParaRPr sz="1200"/>
          </a:p>
        </p:txBody>
      </p:sp>
      <p:sp>
        <p:nvSpPr>
          <p:cNvPr id="470" name="Google Shape;470;p43"/>
          <p:cNvSpPr txBox="1">
            <a:spLocks noGrp="1"/>
          </p:cNvSpPr>
          <p:nvPr>
            <p:ph type="subTitle" idx="13"/>
          </p:nvPr>
        </p:nvSpPr>
        <p:spPr>
          <a:xfrm>
            <a:off x="4902550" y="1801500"/>
            <a:ext cx="4321800" cy="9483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r>
              <a:rPr lang="en" sz="1200" b="1"/>
              <a:t>Customer info:</a:t>
            </a:r>
            <a:endParaRPr sz="1200" b="1"/>
          </a:p>
          <a:p>
            <a:pPr marL="457200" lvl="0" indent="-304800" algn="l" rtl="0">
              <a:lnSpc>
                <a:spcPct val="115000"/>
              </a:lnSpc>
              <a:spcBef>
                <a:spcPts val="1200"/>
              </a:spcBef>
              <a:spcAft>
                <a:spcPts val="0"/>
              </a:spcAft>
              <a:buSzPts val="1200"/>
              <a:buChar char="●"/>
            </a:pPr>
            <a:r>
              <a:rPr lang="en" sz="1200"/>
              <a:t>Country</a:t>
            </a:r>
            <a:endParaRPr sz="1200"/>
          </a:p>
          <a:p>
            <a:pPr marL="457200" lvl="0" indent="-304800" algn="l" rtl="0">
              <a:lnSpc>
                <a:spcPct val="115000"/>
              </a:lnSpc>
              <a:spcBef>
                <a:spcPts val="0"/>
              </a:spcBef>
              <a:spcAft>
                <a:spcPts val="0"/>
              </a:spcAft>
              <a:buSzPts val="1200"/>
              <a:buChar char="●"/>
            </a:pPr>
            <a:r>
              <a:rPr lang="en" sz="1200"/>
              <a:t>Customer_income_level</a:t>
            </a:r>
            <a:endParaRPr sz="1200"/>
          </a:p>
          <a:p>
            <a:pPr marL="457200" lvl="0" indent="-304800" algn="l" rtl="0">
              <a:lnSpc>
                <a:spcPct val="115000"/>
              </a:lnSpc>
              <a:spcBef>
                <a:spcPts val="0"/>
              </a:spcBef>
              <a:spcAft>
                <a:spcPts val="0"/>
              </a:spcAft>
              <a:buSzPts val="1200"/>
              <a:buChar char="●"/>
            </a:pPr>
            <a:r>
              <a:rPr lang="en" sz="1200"/>
              <a:t>Customer_rating</a:t>
            </a:r>
            <a:endParaRPr sz="1200"/>
          </a:p>
        </p:txBody>
      </p:sp>
      <p:sp>
        <p:nvSpPr>
          <p:cNvPr id="471" name="Google Shape;471;p43"/>
          <p:cNvSpPr txBox="1">
            <a:spLocks noGrp="1"/>
          </p:cNvSpPr>
          <p:nvPr>
            <p:ph type="subTitle" idx="13"/>
          </p:nvPr>
        </p:nvSpPr>
        <p:spPr>
          <a:xfrm>
            <a:off x="4973875" y="2971775"/>
            <a:ext cx="4321800" cy="735900"/>
          </a:xfrm>
          <a:prstGeom prst="rect">
            <a:avLst/>
          </a:prstGeom>
        </p:spPr>
        <p:txBody>
          <a:bodyPr spcFirstLastPara="1" wrap="square" lIns="0" tIns="0" rIns="0" bIns="0" anchor="t" anchorCtr="0">
            <a:spAutoFit/>
          </a:bodyPr>
          <a:lstStyle/>
          <a:p>
            <a:pPr marL="0" lvl="0" indent="0" algn="l" rtl="0">
              <a:lnSpc>
                <a:spcPct val="100000"/>
              </a:lnSpc>
              <a:spcBef>
                <a:spcPts val="0"/>
              </a:spcBef>
              <a:spcAft>
                <a:spcPts val="0"/>
              </a:spcAft>
              <a:buNone/>
            </a:pPr>
            <a:r>
              <a:rPr lang="en" sz="1200" b="1"/>
              <a:t>Channel &amp; payment:</a:t>
            </a:r>
            <a:endParaRPr sz="1200" b="1"/>
          </a:p>
          <a:p>
            <a:pPr marL="457200" lvl="0" indent="-304800" algn="l" rtl="0">
              <a:lnSpc>
                <a:spcPct val="115000"/>
              </a:lnSpc>
              <a:spcBef>
                <a:spcPts val="1200"/>
              </a:spcBef>
              <a:spcAft>
                <a:spcPts val="0"/>
              </a:spcAft>
              <a:buSzPts val="1200"/>
              <a:buChar char="●"/>
            </a:pPr>
            <a:r>
              <a:rPr lang="en" sz="1200"/>
              <a:t>Sales_channel</a:t>
            </a:r>
            <a:endParaRPr sz="1200"/>
          </a:p>
          <a:p>
            <a:pPr marL="457200" lvl="0" indent="-304800" algn="l" rtl="0">
              <a:lnSpc>
                <a:spcPct val="115000"/>
              </a:lnSpc>
              <a:spcBef>
                <a:spcPts val="0"/>
              </a:spcBef>
              <a:spcAft>
                <a:spcPts val="0"/>
              </a:spcAft>
              <a:buSzPts val="1200"/>
              <a:buChar char="●"/>
            </a:pPr>
            <a:r>
              <a:rPr lang="en" sz="1200"/>
              <a:t>Payment_method</a:t>
            </a:r>
            <a:endParaRPr sz="1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pic>
        <p:nvPicPr>
          <p:cNvPr id="476" name="Google Shape;476;p44" descr="A luminous galaxy in space. "/>
          <p:cNvPicPr preferRelativeResize="0"/>
          <p:nvPr/>
        </p:nvPicPr>
        <p:blipFill rotWithShape="1">
          <a:blip r:embed="rId3">
            <a:alphaModFix amt="50000"/>
          </a:blip>
          <a:srcRect t="6840" b="1961"/>
          <a:stretch/>
        </p:blipFill>
        <p:spPr>
          <a:xfrm>
            <a:off x="0" y="-11000"/>
            <a:ext cx="9144003" cy="4686976"/>
          </a:xfrm>
          <a:prstGeom prst="rect">
            <a:avLst/>
          </a:prstGeom>
          <a:noFill/>
          <a:ln>
            <a:noFill/>
          </a:ln>
        </p:spPr>
      </p:pic>
      <p:sp>
        <p:nvSpPr>
          <p:cNvPr id="477" name="Google Shape;477;p44"/>
          <p:cNvSpPr txBox="1">
            <a:spLocks noGrp="1"/>
          </p:cNvSpPr>
          <p:nvPr>
            <p:ph type="title"/>
          </p:nvPr>
        </p:nvSpPr>
        <p:spPr>
          <a:xfrm>
            <a:off x="135050" y="686700"/>
            <a:ext cx="8574600" cy="1114800"/>
          </a:xfrm>
          <a:prstGeom prst="rect">
            <a:avLst/>
          </a:prstGeom>
        </p:spPr>
        <p:txBody>
          <a:bodyPr spcFirstLastPara="1" wrap="square" lIns="0" tIns="0" rIns="0" bIns="0" anchor="t" anchorCtr="0">
            <a:noAutofit/>
          </a:bodyPr>
          <a:lstStyle/>
          <a:p>
            <a:pPr marL="457200" lvl="0" indent="-330200" algn="l" rtl="0">
              <a:lnSpc>
                <a:spcPct val="85000"/>
              </a:lnSpc>
              <a:spcBef>
                <a:spcPts val="0"/>
              </a:spcBef>
              <a:spcAft>
                <a:spcPts val="0"/>
              </a:spcAft>
              <a:buClr>
                <a:schemeClr val="dk2"/>
              </a:buClr>
              <a:buSzPts val="1600"/>
              <a:buFont typeface="Urbanist"/>
              <a:buAutoNum type="arabicPeriod"/>
            </a:pPr>
            <a:r>
              <a:rPr lang="en" sz="1600" b="1">
                <a:solidFill>
                  <a:schemeClr val="dk2"/>
                </a:solidFill>
                <a:latin typeface="Urbanist"/>
                <a:ea typeface="Urbanist"/>
                <a:cs typeface="Urbanist"/>
                <a:sym typeface="Urbanist"/>
              </a:rPr>
              <a:t>Data cleaning</a:t>
            </a: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Check missing values </a:t>
            </a:r>
            <a:endParaRPr sz="1400">
              <a:solidFill>
                <a:schemeClr val="dk2"/>
              </a:solidFill>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Convert date to datetime format</a:t>
            </a:r>
            <a:endParaRPr sz="1400">
              <a:solidFill>
                <a:schemeClr val="dk2"/>
              </a:solidFill>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Create additional columns( month, discount_bucket)</a:t>
            </a:r>
            <a:endParaRPr sz="1400">
              <a:solidFill>
                <a:schemeClr val="dk2"/>
              </a:solidFill>
            </a:endParaRPr>
          </a:p>
        </p:txBody>
      </p:sp>
      <p:sp>
        <p:nvSpPr>
          <p:cNvPr id="478" name="Google Shape;478;p44"/>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479" name="Google Shape;479;p44"/>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480" name="Google Shape;480;p44"/>
          <p:cNvSpPr txBox="1">
            <a:spLocks noGrp="1"/>
          </p:cNvSpPr>
          <p:nvPr>
            <p:ph type="subTitle" idx="1"/>
          </p:nvPr>
        </p:nvSpPr>
        <p:spPr>
          <a:xfrm>
            <a:off x="1636625" y="192250"/>
            <a:ext cx="6115800" cy="355500"/>
          </a:xfrm>
          <a:prstGeom prst="rect">
            <a:avLst/>
          </a:prstGeom>
        </p:spPr>
        <p:txBody>
          <a:bodyPr spcFirstLastPara="1" wrap="square" lIns="0" tIns="0" rIns="0" bIns="0" anchor="t" anchorCtr="0">
            <a:noAutofit/>
          </a:bodyPr>
          <a:lstStyle/>
          <a:p>
            <a:pPr marL="0" lvl="0" indent="0" algn="ctr" rtl="0">
              <a:spcBef>
                <a:spcPts val="0"/>
              </a:spcBef>
              <a:spcAft>
                <a:spcPts val="0"/>
              </a:spcAft>
              <a:buNone/>
            </a:pPr>
            <a:r>
              <a:rPr lang="en" sz="3000"/>
              <a:t>Data Analysis Process</a:t>
            </a:r>
            <a:endParaRPr sz="3000"/>
          </a:p>
        </p:txBody>
      </p:sp>
      <p:sp>
        <p:nvSpPr>
          <p:cNvPr id="481" name="Google Shape;481;p44"/>
          <p:cNvSpPr txBox="1">
            <a:spLocks noGrp="1"/>
          </p:cNvSpPr>
          <p:nvPr>
            <p:ph type="title"/>
          </p:nvPr>
        </p:nvSpPr>
        <p:spPr>
          <a:xfrm>
            <a:off x="135050" y="1940425"/>
            <a:ext cx="8574600" cy="1114800"/>
          </a:xfrm>
          <a:prstGeom prst="rect">
            <a:avLst/>
          </a:prstGeom>
        </p:spPr>
        <p:txBody>
          <a:bodyPr spcFirstLastPara="1" wrap="square" lIns="0" tIns="0" rIns="0" bIns="0" anchor="t" anchorCtr="0">
            <a:noAutofit/>
          </a:bodyPr>
          <a:lstStyle/>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2. 	EDA</a:t>
            </a: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Descriptive statistics</a:t>
            </a:r>
            <a:endParaRPr sz="1400">
              <a:solidFill>
                <a:schemeClr val="dk2"/>
              </a:solidFill>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Correlation analysis</a:t>
            </a:r>
            <a:endParaRPr sz="1400">
              <a:solidFill>
                <a:schemeClr val="dk2"/>
              </a:solidFill>
            </a:endParaRPr>
          </a:p>
          <a:p>
            <a:pPr marL="457200" lvl="0" indent="-317500" algn="l" rtl="0">
              <a:lnSpc>
                <a:spcPct val="85000"/>
              </a:lnSpc>
              <a:spcBef>
                <a:spcPts val="0"/>
              </a:spcBef>
              <a:spcAft>
                <a:spcPts val="0"/>
              </a:spcAft>
              <a:buClr>
                <a:schemeClr val="dk2"/>
              </a:buClr>
              <a:buSzPts val="1400"/>
              <a:buChar char="●"/>
            </a:pPr>
            <a:r>
              <a:rPr lang="en" sz="1400">
                <a:solidFill>
                  <a:schemeClr val="dk2"/>
                </a:solidFill>
              </a:rPr>
              <a:t>Trend analysis over time</a:t>
            </a:r>
            <a:endParaRPr sz="1400">
              <a:solidFill>
                <a:schemeClr val="dk2"/>
              </a:solidFill>
            </a:endParaRPr>
          </a:p>
        </p:txBody>
      </p:sp>
      <p:sp>
        <p:nvSpPr>
          <p:cNvPr id="482" name="Google Shape;482;p44"/>
          <p:cNvSpPr txBox="1">
            <a:spLocks noGrp="1"/>
          </p:cNvSpPr>
          <p:nvPr>
            <p:ph type="title"/>
          </p:nvPr>
        </p:nvSpPr>
        <p:spPr>
          <a:xfrm>
            <a:off x="98300" y="3194150"/>
            <a:ext cx="8574600" cy="1481700"/>
          </a:xfrm>
          <a:prstGeom prst="rect">
            <a:avLst/>
          </a:prstGeom>
        </p:spPr>
        <p:txBody>
          <a:bodyPr spcFirstLastPara="1" wrap="square" lIns="0" tIns="0" rIns="0" bIns="0" anchor="t" anchorCtr="0">
            <a:noAutofit/>
          </a:bodyPr>
          <a:lstStyle/>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3. 	Analysis and give insights</a:t>
            </a: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chemeClr val="dk2"/>
              </a:buClr>
              <a:buSzPts val="1600"/>
              <a:buChar char="-"/>
            </a:pPr>
            <a:r>
              <a:rPr lang="en" sz="1600">
                <a:solidFill>
                  <a:schemeClr val="dk2"/>
                </a:solidFill>
              </a:rPr>
              <a:t>Key analytical questions:</a:t>
            </a:r>
            <a:endParaRPr sz="1600">
              <a:solidFill>
                <a:schemeClr val="dk2"/>
              </a:solidFill>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17500" algn="l" rtl="0">
              <a:lnSpc>
                <a:spcPct val="85000"/>
              </a:lnSpc>
              <a:spcBef>
                <a:spcPts val="0"/>
              </a:spcBef>
              <a:spcAft>
                <a:spcPts val="0"/>
              </a:spcAft>
              <a:buClr>
                <a:schemeClr val="dk2"/>
              </a:buClr>
              <a:buSzPts val="1400"/>
              <a:buAutoNum type="arabicPeriod"/>
            </a:pPr>
            <a:r>
              <a:rPr lang="en" sz="1400">
                <a:solidFill>
                  <a:schemeClr val="dk2"/>
                </a:solidFill>
              </a:rPr>
              <a:t>How does revenue vary across different countries?</a:t>
            </a:r>
            <a:endParaRPr sz="1400">
              <a:solidFill>
                <a:schemeClr val="dk2"/>
              </a:solidFill>
            </a:endParaRPr>
          </a:p>
          <a:p>
            <a:pPr marL="457200" lvl="0" indent="-317500" algn="l" rtl="0">
              <a:lnSpc>
                <a:spcPct val="85000"/>
              </a:lnSpc>
              <a:spcBef>
                <a:spcPts val="0"/>
              </a:spcBef>
              <a:spcAft>
                <a:spcPts val="0"/>
              </a:spcAft>
              <a:buClr>
                <a:schemeClr val="dk2"/>
              </a:buClr>
              <a:buSzPts val="1400"/>
              <a:buAutoNum type="arabicPeriod"/>
            </a:pPr>
            <a:r>
              <a:rPr lang="en" sz="1400">
                <a:solidFill>
                  <a:schemeClr val="dk2"/>
                </a:solidFill>
              </a:rPr>
              <a:t>How do discounts impact units sold and total revenue?</a:t>
            </a:r>
            <a:endParaRPr sz="1400">
              <a:solidFill>
                <a:schemeClr val="dk2"/>
              </a:solidFill>
            </a:endParaRPr>
          </a:p>
          <a:p>
            <a:pPr marL="457200" lvl="0" indent="-317500" algn="l" rtl="0">
              <a:lnSpc>
                <a:spcPct val="85000"/>
              </a:lnSpc>
              <a:spcBef>
                <a:spcPts val="0"/>
              </a:spcBef>
              <a:spcAft>
                <a:spcPts val="0"/>
              </a:spcAft>
              <a:buClr>
                <a:schemeClr val="dk2"/>
              </a:buClr>
              <a:buSzPts val="1400"/>
              <a:buAutoNum type="arabicPeriod"/>
            </a:pPr>
            <a:r>
              <a:rPr lang="en" sz="1400">
                <a:solidFill>
                  <a:schemeClr val="dk2"/>
                </a:solidFill>
              </a:rPr>
              <a:t>What is the optimal discount range that maximizes revenue?</a:t>
            </a:r>
            <a:endParaRPr sz="1400">
              <a:solidFill>
                <a:schemeClr val="dk2"/>
              </a:solidFill>
            </a:endParaRPr>
          </a:p>
          <a:p>
            <a:pPr marL="457200" lvl="0" indent="-317500" algn="l" rtl="0">
              <a:lnSpc>
                <a:spcPct val="85000"/>
              </a:lnSpc>
              <a:spcBef>
                <a:spcPts val="0"/>
              </a:spcBef>
              <a:spcAft>
                <a:spcPts val="0"/>
              </a:spcAft>
              <a:buClr>
                <a:schemeClr val="dk2"/>
              </a:buClr>
              <a:buSzPts val="1400"/>
              <a:buAutoNum type="arabicPeriod"/>
            </a:pPr>
            <a:r>
              <a:rPr lang="en" sz="1400">
                <a:solidFill>
                  <a:schemeClr val="dk2"/>
                </a:solidFill>
              </a:rPr>
              <a:t>Which customer income level contributes the most to total revenue?</a:t>
            </a:r>
            <a:endParaRPr sz="14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pic>
        <p:nvPicPr>
          <p:cNvPr id="487" name="Google Shape;487;p45" descr="A luminous galaxy in space. "/>
          <p:cNvPicPr preferRelativeResize="0"/>
          <p:nvPr/>
        </p:nvPicPr>
        <p:blipFill rotWithShape="1">
          <a:blip r:embed="rId3">
            <a:alphaModFix amt="50000"/>
          </a:blip>
          <a:srcRect t="6840" b="1961"/>
          <a:stretch/>
        </p:blipFill>
        <p:spPr>
          <a:xfrm>
            <a:off x="0" y="-11000"/>
            <a:ext cx="9144003" cy="4686976"/>
          </a:xfrm>
          <a:prstGeom prst="rect">
            <a:avLst/>
          </a:prstGeom>
          <a:noFill/>
          <a:ln>
            <a:noFill/>
          </a:ln>
        </p:spPr>
      </p:pic>
      <p:sp>
        <p:nvSpPr>
          <p:cNvPr id="488" name="Google Shape;488;p45"/>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489" name="Google Shape;489;p45"/>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490" name="Google Shape;490;p45"/>
          <p:cNvSpPr txBox="1">
            <a:spLocks noGrp="1"/>
          </p:cNvSpPr>
          <p:nvPr>
            <p:ph type="subTitle" idx="1"/>
          </p:nvPr>
        </p:nvSpPr>
        <p:spPr>
          <a:xfrm>
            <a:off x="1625525" y="50850"/>
            <a:ext cx="6115800" cy="355500"/>
          </a:xfrm>
          <a:prstGeom prst="rect">
            <a:avLst/>
          </a:prstGeom>
        </p:spPr>
        <p:txBody>
          <a:bodyPr spcFirstLastPara="1" wrap="square" lIns="0" tIns="0" rIns="0" bIns="0" anchor="t" anchorCtr="0">
            <a:noAutofit/>
          </a:bodyPr>
          <a:lstStyle/>
          <a:p>
            <a:pPr marL="0" lvl="0" indent="0" algn="ctr" rtl="0">
              <a:spcBef>
                <a:spcPts val="0"/>
              </a:spcBef>
              <a:spcAft>
                <a:spcPts val="0"/>
              </a:spcAft>
              <a:buNone/>
            </a:pPr>
            <a:r>
              <a:rPr lang="en" sz="3000"/>
              <a:t>Key Findings</a:t>
            </a:r>
            <a:endParaRPr sz="3000"/>
          </a:p>
        </p:txBody>
      </p:sp>
      <p:sp>
        <p:nvSpPr>
          <p:cNvPr id="491" name="Google Shape;491;p45"/>
          <p:cNvSpPr txBox="1">
            <a:spLocks noGrp="1"/>
          </p:cNvSpPr>
          <p:nvPr>
            <p:ph type="title"/>
          </p:nvPr>
        </p:nvSpPr>
        <p:spPr>
          <a:xfrm>
            <a:off x="98300" y="4171950"/>
            <a:ext cx="8574600" cy="504000"/>
          </a:xfrm>
          <a:prstGeom prst="rect">
            <a:avLst/>
          </a:prstGeom>
        </p:spPr>
        <p:txBody>
          <a:bodyPr spcFirstLastPara="1" wrap="square" lIns="0" tIns="0" rIns="0" bIns="0" anchor="t" anchorCtr="0">
            <a:noAutofit/>
          </a:bodyPr>
          <a:lstStyle/>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-&gt; Overall, the company’s revenue is relatively consistent, with no significant differences across countries, income levels, or between the two sales channels. </a:t>
            </a:r>
            <a:endParaRPr sz="1400">
              <a:solidFill>
                <a:schemeClr val="dk2"/>
              </a:solidFill>
            </a:endParaRPr>
          </a:p>
        </p:txBody>
      </p:sp>
      <p:pic>
        <p:nvPicPr>
          <p:cNvPr id="492" name="Google Shape;492;p45"/>
          <p:cNvPicPr preferRelativeResize="0"/>
          <p:nvPr/>
        </p:nvPicPr>
        <p:blipFill>
          <a:blip r:embed="rId4">
            <a:alphaModFix/>
          </a:blip>
          <a:stretch>
            <a:fillRect/>
          </a:stretch>
        </p:blipFill>
        <p:spPr>
          <a:xfrm>
            <a:off x="98300" y="1338438"/>
            <a:ext cx="5105024" cy="1318200"/>
          </a:xfrm>
          <a:prstGeom prst="rect">
            <a:avLst/>
          </a:prstGeom>
          <a:noFill/>
          <a:ln>
            <a:noFill/>
          </a:ln>
        </p:spPr>
      </p:pic>
      <p:pic>
        <p:nvPicPr>
          <p:cNvPr id="493" name="Google Shape;493;p45"/>
          <p:cNvPicPr preferRelativeResize="0"/>
          <p:nvPr/>
        </p:nvPicPr>
        <p:blipFill>
          <a:blip r:embed="rId5">
            <a:alphaModFix/>
          </a:blip>
          <a:stretch>
            <a:fillRect/>
          </a:stretch>
        </p:blipFill>
        <p:spPr>
          <a:xfrm>
            <a:off x="5280850" y="1275688"/>
            <a:ext cx="2635900" cy="1364700"/>
          </a:xfrm>
          <a:prstGeom prst="rect">
            <a:avLst/>
          </a:prstGeom>
          <a:noFill/>
          <a:ln>
            <a:noFill/>
          </a:ln>
        </p:spPr>
      </p:pic>
      <p:pic>
        <p:nvPicPr>
          <p:cNvPr id="494" name="Google Shape;494;p45"/>
          <p:cNvPicPr preferRelativeResize="0"/>
          <p:nvPr/>
        </p:nvPicPr>
        <p:blipFill>
          <a:blip r:embed="rId6">
            <a:alphaModFix/>
          </a:blip>
          <a:stretch>
            <a:fillRect/>
          </a:stretch>
        </p:blipFill>
        <p:spPr>
          <a:xfrm>
            <a:off x="52625" y="2747075"/>
            <a:ext cx="5902424" cy="1318200"/>
          </a:xfrm>
          <a:prstGeom prst="rect">
            <a:avLst/>
          </a:prstGeom>
          <a:noFill/>
          <a:ln>
            <a:noFill/>
          </a:ln>
        </p:spPr>
      </p:pic>
      <p:pic>
        <p:nvPicPr>
          <p:cNvPr id="495" name="Google Shape;495;p45"/>
          <p:cNvPicPr preferRelativeResize="0"/>
          <p:nvPr/>
        </p:nvPicPr>
        <p:blipFill>
          <a:blip r:embed="rId7">
            <a:alphaModFix/>
          </a:blip>
          <a:stretch>
            <a:fillRect/>
          </a:stretch>
        </p:blipFill>
        <p:spPr>
          <a:xfrm>
            <a:off x="0" y="587235"/>
            <a:ext cx="9144000" cy="660755"/>
          </a:xfrm>
          <a:prstGeom prst="rect">
            <a:avLst/>
          </a:prstGeom>
          <a:noFill/>
          <a:ln>
            <a:noFill/>
          </a:ln>
        </p:spPr>
      </p:pic>
      <p:pic>
        <p:nvPicPr>
          <p:cNvPr id="496" name="Google Shape;496;p45"/>
          <p:cNvPicPr preferRelativeResize="0"/>
          <p:nvPr/>
        </p:nvPicPr>
        <p:blipFill>
          <a:blip r:embed="rId8">
            <a:alphaModFix/>
          </a:blip>
          <a:stretch>
            <a:fillRect/>
          </a:stretch>
        </p:blipFill>
        <p:spPr>
          <a:xfrm>
            <a:off x="5955054" y="2747082"/>
            <a:ext cx="2631140" cy="13181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pic>
        <p:nvPicPr>
          <p:cNvPr id="501" name="Google Shape;501;p46" descr="A luminous galaxy in space. "/>
          <p:cNvPicPr preferRelativeResize="0"/>
          <p:nvPr/>
        </p:nvPicPr>
        <p:blipFill rotWithShape="1">
          <a:blip r:embed="rId3">
            <a:alphaModFix amt="50000"/>
          </a:blip>
          <a:srcRect t="6840" b="1961"/>
          <a:stretch/>
        </p:blipFill>
        <p:spPr>
          <a:xfrm>
            <a:off x="122525" y="0"/>
            <a:ext cx="9144003" cy="4686976"/>
          </a:xfrm>
          <a:prstGeom prst="rect">
            <a:avLst/>
          </a:prstGeom>
          <a:noFill/>
          <a:ln>
            <a:noFill/>
          </a:ln>
        </p:spPr>
      </p:pic>
      <p:sp>
        <p:nvSpPr>
          <p:cNvPr id="502" name="Google Shape;502;p46"/>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503" name="Google Shape;503;p46"/>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504" name="Google Shape;504;p46"/>
          <p:cNvSpPr txBox="1">
            <a:spLocks noGrp="1"/>
          </p:cNvSpPr>
          <p:nvPr>
            <p:ph type="subTitle" idx="1"/>
          </p:nvPr>
        </p:nvSpPr>
        <p:spPr>
          <a:xfrm>
            <a:off x="1636625" y="192250"/>
            <a:ext cx="6115800" cy="3555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3000"/>
              <a:t>Key Findings</a:t>
            </a:r>
            <a:endParaRPr sz="3000"/>
          </a:p>
        </p:txBody>
      </p:sp>
      <p:pic>
        <p:nvPicPr>
          <p:cNvPr id="505" name="Google Shape;505;p46"/>
          <p:cNvPicPr preferRelativeResize="0"/>
          <p:nvPr/>
        </p:nvPicPr>
        <p:blipFill>
          <a:blip r:embed="rId4">
            <a:alphaModFix/>
          </a:blip>
          <a:stretch>
            <a:fillRect/>
          </a:stretch>
        </p:blipFill>
        <p:spPr>
          <a:xfrm>
            <a:off x="175075" y="983650"/>
            <a:ext cx="3488001" cy="3037925"/>
          </a:xfrm>
          <a:prstGeom prst="rect">
            <a:avLst/>
          </a:prstGeom>
          <a:noFill/>
          <a:ln>
            <a:noFill/>
          </a:ln>
        </p:spPr>
      </p:pic>
      <p:sp>
        <p:nvSpPr>
          <p:cNvPr id="506" name="Google Shape;506;p46"/>
          <p:cNvSpPr txBox="1">
            <a:spLocks noGrp="1"/>
          </p:cNvSpPr>
          <p:nvPr>
            <p:ph type="title"/>
          </p:nvPr>
        </p:nvSpPr>
        <p:spPr>
          <a:xfrm>
            <a:off x="3869400" y="873363"/>
            <a:ext cx="5046300" cy="3477000"/>
          </a:xfrm>
          <a:prstGeom prst="rect">
            <a:avLst/>
          </a:prstGeom>
        </p:spPr>
        <p:txBody>
          <a:bodyPr spcFirstLastPara="1" wrap="square" lIns="0" tIns="0" rIns="0" bIns="0" anchor="t" anchorCtr="0">
            <a:noAutofit/>
          </a:bodyPr>
          <a:lstStyle/>
          <a:p>
            <a:pPr marL="457200" lvl="0" indent="-330200" algn="l" rtl="0">
              <a:lnSpc>
                <a:spcPct val="85000"/>
              </a:lnSpc>
              <a:spcBef>
                <a:spcPts val="0"/>
              </a:spcBef>
              <a:spcAft>
                <a:spcPts val="0"/>
              </a:spcAft>
              <a:buClr>
                <a:schemeClr val="dk2"/>
              </a:buClr>
              <a:buSzPts val="1600"/>
              <a:buFont typeface="Urbanist"/>
              <a:buChar char="-"/>
            </a:pPr>
            <a:r>
              <a:rPr lang="en" sz="1600" b="1">
                <a:solidFill>
                  <a:schemeClr val="dk2"/>
                </a:solidFill>
                <a:latin typeface="Urbanist"/>
                <a:ea typeface="Urbanist"/>
                <a:cs typeface="Urbanist"/>
                <a:sym typeface="Urbanist"/>
              </a:rPr>
              <a:t>1 Revenue = 0.76 units sold -&gt; Company depends more quantity-driven than price-driven </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=&gt; Focus on increasing sales volume (marketing, advertising)</a:t>
            </a: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chemeClr val="dk2"/>
              </a:buClr>
              <a:buSzPts val="1600"/>
              <a:buFont typeface="Urbanist"/>
              <a:buChar char="-"/>
            </a:pPr>
            <a:r>
              <a:rPr lang="en" sz="1600" b="1">
                <a:solidFill>
                  <a:schemeClr val="dk2"/>
                </a:solidFill>
                <a:latin typeface="Urbanist"/>
                <a:ea typeface="Urbanist"/>
                <a:cs typeface="Urbanist"/>
                <a:sym typeface="Urbanist"/>
              </a:rPr>
              <a:t>1 Revenue = 0.56 Price -&gt; Price is not the dominant factor to increase revenue</a:t>
            </a: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chemeClr val="dk2"/>
              </a:buClr>
              <a:buSzPts val="1600"/>
              <a:buFont typeface="Urbanist"/>
              <a:buChar char="-"/>
            </a:pP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rgbClr val="FFFF00"/>
              </a:buClr>
              <a:buSzPts val="1600"/>
              <a:buFont typeface="Urbanist"/>
              <a:buChar char="-"/>
            </a:pPr>
            <a:r>
              <a:rPr lang="en" sz="1600" b="1">
                <a:solidFill>
                  <a:srgbClr val="FFFF00"/>
                </a:solidFill>
                <a:latin typeface="Urbanist"/>
                <a:ea typeface="Urbanist"/>
                <a:cs typeface="Urbanist"/>
                <a:sym typeface="Urbanist"/>
              </a:rPr>
              <a:t>1 discount = - 0.19 Revenue -&gt; Discounts do not boost revenue </a:t>
            </a:r>
            <a:endParaRPr sz="1600" b="1">
              <a:solidFill>
                <a:srgbClr val="FFFF00"/>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rgbClr val="FFFF00"/>
                </a:solidFill>
                <a:latin typeface="Urbanist"/>
                <a:ea typeface="Urbanist"/>
                <a:cs typeface="Urbanist"/>
                <a:sym typeface="Urbanist"/>
              </a:rPr>
              <a:t>=&gt; Not effective</a:t>
            </a:r>
            <a:endParaRPr sz="1600" b="1">
              <a:solidFill>
                <a:srgbClr val="FFFF00"/>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rgbClr val="FFFF00"/>
              </a:solidFill>
              <a:latin typeface="Urbanist"/>
              <a:ea typeface="Urbanist"/>
              <a:cs typeface="Urbanist"/>
              <a:sym typeface="Urbanist"/>
            </a:endParaRPr>
          </a:p>
          <a:p>
            <a:pPr marL="457200" lvl="0" indent="-330200" algn="l" rtl="0">
              <a:lnSpc>
                <a:spcPct val="85000"/>
              </a:lnSpc>
              <a:spcBef>
                <a:spcPts val="0"/>
              </a:spcBef>
              <a:spcAft>
                <a:spcPts val="0"/>
              </a:spcAft>
              <a:buClr>
                <a:srgbClr val="FFFF00"/>
              </a:buClr>
              <a:buSzPts val="1600"/>
              <a:buFont typeface="Urbanist"/>
              <a:buChar char="-"/>
            </a:pPr>
            <a:r>
              <a:rPr lang="en" sz="1600" b="1">
                <a:solidFill>
                  <a:srgbClr val="FFFF00"/>
                </a:solidFill>
                <a:latin typeface="Urbanist"/>
                <a:ea typeface="Urbanist"/>
                <a:cs typeface="Urbanist"/>
                <a:sym typeface="Urbanist"/>
              </a:rPr>
              <a:t>1 discount - 0.005 Units sold -&gt; Discounts have almost no effect on sales volume</a:t>
            </a:r>
            <a:endParaRPr sz="1600" b="1">
              <a:solidFill>
                <a:srgbClr val="FFFF00"/>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rgbClr val="FFFF00"/>
                </a:solidFill>
                <a:latin typeface="Urbanist"/>
                <a:ea typeface="Urbanist"/>
                <a:cs typeface="Urbanist"/>
                <a:sym typeface="Urbanist"/>
              </a:rPr>
              <a:t>=&gt; Not effective</a:t>
            </a:r>
            <a:endParaRPr sz="1600" b="1">
              <a:solidFill>
                <a:srgbClr val="FFFF00"/>
              </a:solidFill>
              <a:latin typeface="Urbanist"/>
              <a:ea typeface="Urbanist"/>
              <a:cs typeface="Urbanist"/>
              <a:sym typeface="Urbanis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pic>
        <p:nvPicPr>
          <p:cNvPr id="511" name="Google Shape;511;p47" descr="A luminous galaxy in space. "/>
          <p:cNvPicPr preferRelativeResize="0"/>
          <p:nvPr/>
        </p:nvPicPr>
        <p:blipFill rotWithShape="1">
          <a:blip r:embed="rId3">
            <a:alphaModFix amt="50000"/>
          </a:blip>
          <a:srcRect t="6840" b="1961"/>
          <a:stretch/>
        </p:blipFill>
        <p:spPr>
          <a:xfrm>
            <a:off x="122525" y="0"/>
            <a:ext cx="9144003" cy="4686976"/>
          </a:xfrm>
          <a:prstGeom prst="rect">
            <a:avLst/>
          </a:prstGeom>
          <a:noFill/>
          <a:ln>
            <a:noFill/>
          </a:ln>
        </p:spPr>
      </p:pic>
      <p:sp>
        <p:nvSpPr>
          <p:cNvPr id="512" name="Google Shape;512;p47"/>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513" name="Google Shape;513;p47"/>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514" name="Google Shape;514;p47"/>
          <p:cNvSpPr txBox="1">
            <a:spLocks noGrp="1"/>
          </p:cNvSpPr>
          <p:nvPr>
            <p:ph type="subTitle" idx="1"/>
          </p:nvPr>
        </p:nvSpPr>
        <p:spPr>
          <a:xfrm>
            <a:off x="1636625" y="192250"/>
            <a:ext cx="6115800" cy="3555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3000"/>
              <a:t>Key Findings</a:t>
            </a:r>
            <a:endParaRPr sz="3000"/>
          </a:p>
        </p:txBody>
      </p:sp>
      <p:sp>
        <p:nvSpPr>
          <p:cNvPr id="515" name="Google Shape;515;p47"/>
          <p:cNvSpPr txBox="1">
            <a:spLocks noGrp="1"/>
          </p:cNvSpPr>
          <p:nvPr>
            <p:ph type="title"/>
          </p:nvPr>
        </p:nvSpPr>
        <p:spPr>
          <a:xfrm>
            <a:off x="4097700" y="873350"/>
            <a:ext cx="5046300" cy="3477000"/>
          </a:xfrm>
          <a:prstGeom prst="rect">
            <a:avLst/>
          </a:prstGeom>
        </p:spPr>
        <p:txBody>
          <a:bodyPr spcFirstLastPara="1" wrap="square" lIns="0" tIns="0" rIns="0" bIns="0" anchor="t" anchorCtr="0">
            <a:noAutofit/>
          </a:bodyPr>
          <a:lstStyle/>
          <a:p>
            <a:pPr marL="0" lvl="0" indent="0" algn="l" rtl="0">
              <a:lnSpc>
                <a:spcPct val="85000"/>
              </a:lnSpc>
              <a:spcBef>
                <a:spcPts val="0"/>
              </a:spcBef>
              <a:spcAft>
                <a:spcPts val="0"/>
              </a:spcAft>
              <a:buClr>
                <a:schemeClr val="dk1"/>
              </a:buClr>
              <a:buSzPts val="1100"/>
              <a:buFont typeface="Arial"/>
              <a:buNone/>
            </a:pPr>
            <a:r>
              <a:rPr lang="en" sz="1600" b="1">
                <a:solidFill>
                  <a:schemeClr val="dk2"/>
                </a:solidFill>
                <a:latin typeface="Urbanist"/>
                <a:ea typeface="Urbanist"/>
                <a:cs typeface="Urbanist"/>
                <a:sym typeface="Urbanist"/>
              </a:rPr>
              <a:t>When rating increase → revenue ↑ (2019, 2022, 2025)</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When rating decrease → revenue ↓ (2021, 2023, 2024, 2026)</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-&gt; Revenue growth closely follows customer satisfaction trends.</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r>
              <a:rPr lang="en" sz="1600" b="1">
                <a:solidFill>
                  <a:schemeClr val="dk2"/>
                </a:solidFill>
                <a:latin typeface="Urbanist"/>
                <a:ea typeface="Urbanist"/>
                <a:cs typeface="Urbanist"/>
                <a:sym typeface="Urbanist"/>
              </a:rPr>
              <a:t>=&gt; Company should increase customer satisfactions as it affect directly to company’s revenue and profitability.</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Clr>
                <a:schemeClr val="dk1"/>
              </a:buClr>
              <a:buSzPts val="1100"/>
              <a:buFont typeface="Arial"/>
              <a:buNone/>
            </a:pP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p:txBody>
      </p:sp>
      <p:pic>
        <p:nvPicPr>
          <p:cNvPr id="516" name="Google Shape;516;p47"/>
          <p:cNvPicPr preferRelativeResize="0"/>
          <p:nvPr/>
        </p:nvPicPr>
        <p:blipFill>
          <a:blip r:embed="rId4">
            <a:alphaModFix/>
          </a:blip>
          <a:stretch>
            <a:fillRect/>
          </a:stretch>
        </p:blipFill>
        <p:spPr>
          <a:xfrm>
            <a:off x="228600" y="695168"/>
            <a:ext cx="3674775" cy="394735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pic>
        <p:nvPicPr>
          <p:cNvPr id="521" name="Google Shape;521;p48" descr="A luminous galaxy in space. "/>
          <p:cNvPicPr preferRelativeResize="0"/>
          <p:nvPr/>
        </p:nvPicPr>
        <p:blipFill rotWithShape="1">
          <a:blip r:embed="rId3">
            <a:alphaModFix amt="50000"/>
          </a:blip>
          <a:srcRect t="6840" b="1961"/>
          <a:stretch/>
        </p:blipFill>
        <p:spPr>
          <a:xfrm>
            <a:off x="122525" y="0"/>
            <a:ext cx="9144003" cy="4686976"/>
          </a:xfrm>
          <a:prstGeom prst="rect">
            <a:avLst/>
          </a:prstGeom>
          <a:noFill/>
          <a:ln>
            <a:noFill/>
          </a:ln>
        </p:spPr>
      </p:pic>
      <p:sp>
        <p:nvSpPr>
          <p:cNvPr id="522" name="Google Shape;522;p48"/>
          <p:cNvSpPr txBox="1">
            <a:spLocks noGrp="1"/>
          </p:cNvSpPr>
          <p:nvPr>
            <p:ph type="subTitle" idx="4"/>
          </p:nvPr>
        </p:nvSpPr>
        <p:spPr>
          <a:xfrm>
            <a:off x="4716740" y="4675975"/>
            <a:ext cx="2294700" cy="2364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en"/>
              <a:t>March</a:t>
            </a:r>
            <a:endParaRPr/>
          </a:p>
        </p:txBody>
      </p:sp>
      <p:sp>
        <p:nvSpPr>
          <p:cNvPr id="523" name="Google Shape;523;p48"/>
          <p:cNvSpPr txBox="1">
            <a:spLocks noGrp="1"/>
          </p:cNvSpPr>
          <p:nvPr>
            <p:ph type="subTitle" idx="5"/>
          </p:nvPr>
        </p:nvSpPr>
        <p:spPr>
          <a:xfrm>
            <a:off x="6859200" y="4683725"/>
            <a:ext cx="2056500" cy="2286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a:t>2026</a:t>
            </a:r>
            <a:endParaRPr/>
          </a:p>
        </p:txBody>
      </p:sp>
      <p:sp>
        <p:nvSpPr>
          <p:cNvPr id="524" name="Google Shape;524;p48"/>
          <p:cNvSpPr txBox="1">
            <a:spLocks noGrp="1"/>
          </p:cNvSpPr>
          <p:nvPr>
            <p:ph type="subTitle" idx="1"/>
          </p:nvPr>
        </p:nvSpPr>
        <p:spPr>
          <a:xfrm>
            <a:off x="1636625" y="192250"/>
            <a:ext cx="6115800" cy="3555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3000"/>
              <a:t>Business Recommendations</a:t>
            </a:r>
            <a:endParaRPr sz="3000"/>
          </a:p>
        </p:txBody>
      </p:sp>
      <p:sp>
        <p:nvSpPr>
          <p:cNvPr id="525" name="Google Shape;525;p48"/>
          <p:cNvSpPr txBox="1">
            <a:spLocks noGrp="1"/>
          </p:cNvSpPr>
          <p:nvPr>
            <p:ph type="title"/>
          </p:nvPr>
        </p:nvSpPr>
        <p:spPr>
          <a:xfrm>
            <a:off x="442800" y="862250"/>
            <a:ext cx="8169900" cy="2475600"/>
          </a:xfrm>
          <a:prstGeom prst="rect">
            <a:avLst/>
          </a:prstGeom>
        </p:spPr>
        <p:txBody>
          <a:bodyPr spcFirstLastPara="1" wrap="square" lIns="0" tIns="0" rIns="0" bIns="0" anchor="t" anchorCtr="0">
            <a:noAutofit/>
          </a:bodyPr>
          <a:lstStyle/>
          <a:p>
            <a:pPr marL="457200" lvl="0" indent="-330200" algn="l" rtl="0">
              <a:lnSpc>
                <a:spcPct val="85000"/>
              </a:lnSpc>
              <a:spcBef>
                <a:spcPts val="0"/>
              </a:spcBef>
              <a:spcAft>
                <a:spcPts val="0"/>
              </a:spcAft>
              <a:buClr>
                <a:schemeClr val="dk2"/>
              </a:buClr>
              <a:buSzPts val="1600"/>
              <a:buFont typeface="Urbanist"/>
              <a:buAutoNum type="arabicPeriod"/>
            </a:pPr>
            <a:r>
              <a:rPr lang="en" sz="1600" b="1">
                <a:solidFill>
                  <a:schemeClr val="dk2"/>
                </a:solidFill>
                <a:latin typeface="Urbanist"/>
                <a:ea typeface="Urbanist"/>
                <a:cs typeface="Urbanist"/>
                <a:sym typeface="Urbanist"/>
              </a:rPr>
              <a:t>Focus on Pricing &amp; Promotions to improve sales.</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chemeClr val="dk2"/>
              </a:buClr>
              <a:buSzPts val="1600"/>
              <a:buFont typeface="Urbanist"/>
              <a:buAutoNum type="arabicPeriod"/>
            </a:pPr>
            <a:r>
              <a:rPr lang="en" sz="1600" b="1">
                <a:solidFill>
                  <a:schemeClr val="dk2"/>
                </a:solidFill>
                <a:latin typeface="Urbanist"/>
                <a:ea typeface="Urbanist"/>
                <a:cs typeface="Urbanist"/>
                <a:sym typeface="Urbanist"/>
              </a:rPr>
              <a:t>Focus on increasing customer satisfaction  to gain revenue.</a:t>
            </a: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0" lvl="0" indent="0" algn="l" rtl="0">
              <a:lnSpc>
                <a:spcPct val="85000"/>
              </a:lnSpc>
              <a:spcBef>
                <a:spcPts val="0"/>
              </a:spcBef>
              <a:spcAft>
                <a:spcPts val="0"/>
              </a:spcAft>
              <a:buNone/>
            </a:pPr>
            <a:endParaRPr sz="1600" b="1">
              <a:solidFill>
                <a:schemeClr val="dk2"/>
              </a:solidFill>
              <a:latin typeface="Urbanist"/>
              <a:ea typeface="Urbanist"/>
              <a:cs typeface="Urbanist"/>
              <a:sym typeface="Urbanist"/>
            </a:endParaRPr>
          </a:p>
          <a:p>
            <a:pPr marL="457200" lvl="0" indent="-330200" algn="l" rtl="0">
              <a:lnSpc>
                <a:spcPct val="85000"/>
              </a:lnSpc>
              <a:spcBef>
                <a:spcPts val="0"/>
              </a:spcBef>
              <a:spcAft>
                <a:spcPts val="0"/>
              </a:spcAft>
              <a:buClr>
                <a:schemeClr val="dk2"/>
              </a:buClr>
              <a:buSzPts val="1600"/>
              <a:buFont typeface="Urbanist"/>
              <a:buAutoNum type="arabicPeriod"/>
            </a:pPr>
            <a:r>
              <a:rPr lang="en" sz="1600" b="1">
                <a:solidFill>
                  <a:schemeClr val="dk2"/>
                </a:solidFill>
                <a:latin typeface="Urbanist"/>
                <a:ea typeface="Urbanist"/>
                <a:cs typeface="Urbanist"/>
                <a:sym typeface="Urbanist"/>
              </a:rPr>
              <a:t>Using promotions for targeted products instead of discounts for everything</a:t>
            </a:r>
            <a:endParaRPr sz="1600" b="1">
              <a:solidFill>
                <a:schemeClr val="dk2"/>
              </a:solidFill>
              <a:latin typeface="Urbanist"/>
              <a:ea typeface="Urbanist"/>
              <a:cs typeface="Urbanist"/>
              <a:sym typeface="Urbanist"/>
            </a:endParaRPr>
          </a:p>
        </p:txBody>
      </p:sp>
    </p:spTree>
  </p:cSld>
  <p:clrMapOvr>
    <a:masterClrMapping/>
  </p:clrMapOvr>
</p:sld>
</file>

<file path=ppt/theme/theme1.xml><?xml version="1.0" encoding="utf-8"?>
<a:theme xmlns:a="http://schemas.openxmlformats.org/drawingml/2006/main" name="Dark Particles">
  <a:themeElements>
    <a:clrScheme name="Simple Light">
      <a:dk1>
        <a:srgbClr val="000000"/>
      </a:dk1>
      <a:lt1>
        <a:srgbClr val="FFFFFF"/>
      </a:lt1>
      <a:dk2>
        <a:srgbClr val="F5F5F5"/>
      </a:dk2>
      <a:lt2>
        <a:srgbClr val="323232"/>
      </a:lt2>
      <a:accent1>
        <a:srgbClr val="434343"/>
      </a:accent1>
      <a:accent2>
        <a:srgbClr val="252525"/>
      </a:accent2>
      <a:accent3>
        <a:srgbClr val="DEFF9A"/>
      </a:accent3>
      <a:accent4>
        <a:srgbClr val="DAFFDE"/>
      </a:accent4>
      <a:accent5>
        <a:srgbClr val="4CDC8B"/>
      </a:accent5>
      <a:accent6>
        <a:srgbClr val="4C7FDC"/>
      </a:accent6>
      <a:hlink>
        <a:srgbClr val="18181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480</Words>
  <Application>Microsoft Office PowerPoint</Application>
  <PresentationFormat>On-screen Show (16:9)</PresentationFormat>
  <Paragraphs>105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Urbanist</vt:lpstr>
      <vt:lpstr>Arial</vt:lpstr>
      <vt:lpstr>Urbanist Medium</vt:lpstr>
      <vt:lpstr>Urbanist SemiBold</vt:lpstr>
      <vt:lpstr>Dark Particles</vt:lpstr>
      <vt:lpstr>Retail Sales &amp; Customer Behavior Analysis</vt:lpstr>
      <vt:lpstr>Dataset Overview</vt:lpstr>
      <vt:lpstr>Dataset Structure</vt:lpstr>
      <vt:lpstr>Data cleaning  Check missing values  Convert date to datetime format Create additional columns( month, discount_bucket)</vt:lpstr>
      <vt:lpstr>-&gt; Overall, the company’s revenue is relatively consistent, with no significant differences across countries, income levels, or between the two sales channels. </vt:lpstr>
      <vt:lpstr>1 Revenue = 0.76 units sold -&gt; Company depends more quantity-driven than price-driven  =&gt; Focus on increasing sales volume (marketing, advertising)  1 Revenue = 0.56 Price -&gt; Price is not the dominant factor to increase revenue  1 discount = - 0.19 Revenue -&gt; Discounts do not boost revenue  =&gt; Not effective  1 discount - 0.005 Units sold -&gt; Discounts have almost no effect on sales volume =&gt; Not effective</vt:lpstr>
      <vt:lpstr>When rating increase → revenue ↑ (2019, 2022, 2025) When rating decrease → revenue ↓ (2021, 2023, 2024, 2026) -&gt; Revenue growth closely follows customer satisfaction trends. =&gt; Company should increase customer satisfactions as it affect directly to company’s revenue and profitability.  </vt:lpstr>
      <vt:lpstr>Focus on Pricing &amp; Promotions to improve sales.     Focus on increasing customer satisfaction  to gain revenue.     Using promotions for targeted products instead of discounts for everything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Tu Vinh Quy</cp:lastModifiedBy>
  <cp:revision>1</cp:revision>
  <dcterms:modified xsi:type="dcterms:W3CDTF">2026-03-24T11:44:04Z</dcterms:modified>
</cp:coreProperties>
</file>